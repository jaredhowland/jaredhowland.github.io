
<file path=[Content_Types].xml><?xml version="1.0" encoding="utf-8"?>
<Types xmlns="http://schemas.openxmlformats.org/package/2006/content-types">
  <Default Extension="xml" ContentType="application/xml"/>
  <Default Extension="jpeg" ContentType="image/jpeg"/>
  <Default Extension="rels" ContentType="application/vnd.openxmlformats-package.relationships+xml"/>
  <Default Extension="xlsx" ContentType="application/vnd.openxmlformats-officedocument.spreadsheetml.sheet"/>
  <Default Extension="gif" ContentType="image/gif"/>
  <Default Extension="wdp" ContentType="image/vnd.ms-photo"/>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charts/chart2.xml" ContentType="application/vnd.openxmlformats-officedocument.drawingml.chart+xml"/>
  <Override PartName="/ppt/notesSlides/notesSlide4.xml" ContentType="application/vnd.openxmlformats-officedocument.presentationml.notesSlide+xml"/>
  <Override PartName="/ppt/charts/chart3.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 r:id="rId2"/>
    <p:sldId id="262" r:id="rId3"/>
    <p:sldId id="264" r:id="rId4"/>
    <p:sldId id="265" r:id="rId5"/>
    <p:sldId id="257" r:id="rId6"/>
    <p:sldId id="258" r:id="rId7"/>
    <p:sldId id="259" r:id="rId8"/>
    <p:sldId id="260" r:id="rId9"/>
    <p:sldId id="266" r:id="rId10"/>
    <p:sldId id="267" r:id="rId11"/>
    <p:sldId id="268" r:id="rId12"/>
    <p:sldId id="269" r:id="rId13"/>
    <p:sldId id="270" r:id="rId14"/>
    <p:sldId id="274" r:id="rId15"/>
    <p:sldId id="271" r:id="rId16"/>
    <p:sldId id="272"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637" autoAdjust="0"/>
  </p:normalViewPr>
  <p:slideViewPr>
    <p:cSldViewPr snapToGrid="0" snapToObjects="1">
      <p:cViewPr>
        <p:scale>
          <a:sx n="75" d="100"/>
          <a:sy n="75" d="100"/>
        </p:scale>
        <p:origin x="-1776" y="-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interSettings" Target="printerSettings/printerSettings1.bin"/><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26"/>
    </mc:Choice>
    <mc:Fallback>
      <c:style val="26"/>
    </mc:Fallback>
  </mc:AlternateContent>
  <c:chart>
    <c:title>
      <c:tx>
        <c:rich>
          <a:bodyPr/>
          <a:lstStyle/>
          <a:p>
            <a:pPr>
              <a:defRPr/>
            </a:pPr>
            <a:r>
              <a:rPr lang="en-US" sz="2800" dirty="0"/>
              <a:t>Libraries' Attitudes for Negotiating ILL of </a:t>
            </a:r>
            <a:r>
              <a:rPr lang="en-US" sz="2800" dirty="0" err="1"/>
              <a:t>eMaterials</a:t>
            </a:r>
            <a:endParaRPr lang="en-US" sz="2800" dirty="0"/>
          </a:p>
        </c:rich>
      </c:tx>
      <c:layout/>
      <c:overlay val="0"/>
    </c:title>
    <c:autoTitleDeleted val="0"/>
    <c:view3D>
      <c:rotX val="30"/>
      <c:rotY val="0"/>
      <c:rAngAx val="0"/>
      <c:perspective val="30"/>
    </c:view3D>
    <c:floor>
      <c:thickness val="0"/>
    </c:floor>
    <c:sideWall>
      <c:thickness val="0"/>
    </c:sideWall>
    <c:backWall>
      <c:thickness val="0"/>
    </c:backWall>
    <c:plotArea>
      <c:layout/>
      <c:pie3DChart>
        <c:varyColors val="1"/>
        <c:ser>
          <c:idx val="0"/>
          <c:order val="0"/>
          <c:tx>
            <c:strRef>
              <c:f>Sheet1!$B$1</c:f>
              <c:strCache>
                <c:ptCount val="1"/>
                <c:pt idx="0">
                  <c:v>Libraries' Attitudes for Negotiating ILL of eMaterials</c:v>
                </c:pt>
              </c:strCache>
            </c:strRef>
          </c:tx>
          <c:explosion val="25"/>
          <c:dLbls>
            <c:dLbl>
              <c:idx val="0"/>
              <c:layout/>
              <c:tx>
                <c:rich>
                  <a:bodyPr/>
                  <a:lstStyle/>
                  <a:p>
                    <a:r>
                      <a:rPr lang="en-US"/>
                      <a:t>We Haven't Tried
</a:t>
                    </a:r>
                    <a:r>
                      <a:rPr lang="en-US" smtClean="0"/>
                      <a:t>75.0%</a:t>
                    </a:r>
                    <a:endParaRPr lang="en-US"/>
                  </a:p>
                </c:rich>
              </c:tx>
              <c:showLegendKey val="0"/>
              <c:showVal val="0"/>
              <c:showCatName val="1"/>
              <c:showSerName val="0"/>
              <c:showPercent val="1"/>
              <c:showBubbleSize val="0"/>
            </c:dLbl>
            <c:dLbl>
              <c:idx val="1"/>
              <c:layout/>
              <c:tx>
                <c:rich>
                  <a:bodyPr/>
                  <a:lstStyle/>
                  <a:p>
                    <a:r>
                      <a:rPr lang="en-US"/>
                      <a:t>We Tried But Failed
</a:t>
                    </a:r>
                    <a:r>
                      <a:rPr lang="en-US" smtClean="0"/>
                      <a:t>12.5%</a:t>
                    </a:r>
                    <a:endParaRPr lang="en-US"/>
                  </a:p>
                </c:rich>
              </c:tx>
              <c:showLegendKey val="0"/>
              <c:showVal val="0"/>
              <c:showCatName val="1"/>
              <c:showSerName val="0"/>
              <c:showPercent val="1"/>
              <c:showBubbleSize val="0"/>
            </c:dLbl>
            <c:dLbl>
              <c:idx val="2"/>
              <c:layout/>
              <c:tx>
                <c:rich>
                  <a:bodyPr/>
                  <a:lstStyle/>
                  <a:p>
                    <a:r>
                      <a:rPr lang="en-US" dirty="0"/>
                      <a:t>We Tried and Succeeded</a:t>
                    </a:r>
                    <a:r>
                      <a:rPr lang="en-US"/>
                      <a:t>
</a:t>
                    </a:r>
                    <a:r>
                      <a:rPr lang="en-US" smtClean="0"/>
                      <a:t>12.5%</a:t>
                    </a:r>
                    <a:endParaRPr lang="en-US" dirty="0"/>
                  </a:p>
                </c:rich>
              </c:tx>
              <c:showLegendKey val="0"/>
              <c:showVal val="0"/>
              <c:showCatName val="1"/>
              <c:showSerName val="0"/>
              <c:showPercent val="1"/>
              <c:showBubbleSize val="0"/>
            </c:dLbl>
            <c:showLegendKey val="0"/>
            <c:showVal val="0"/>
            <c:showCatName val="1"/>
            <c:showSerName val="0"/>
            <c:showPercent val="1"/>
            <c:showBubbleSize val="0"/>
            <c:showLeaderLines val="1"/>
          </c:dLbls>
          <c:cat>
            <c:strRef>
              <c:f>Sheet1!$A$2:$A$4</c:f>
              <c:strCache>
                <c:ptCount val="3"/>
                <c:pt idx="0">
                  <c:v>We Haven't Tried</c:v>
                </c:pt>
                <c:pt idx="1">
                  <c:v>We Tried But Failed</c:v>
                </c:pt>
                <c:pt idx="2">
                  <c:v>We Tried and Succeeded</c:v>
                </c:pt>
              </c:strCache>
            </c:strRef>
          </c:cat>
          <c:val>
            <c:numRef>
              <c:f>Sheet1!$B$2:$B$4</c:f>
              <c:numCache>
                <c:formatCode>0.00%</c:formatCode>
                <c:ptCount val="3"/>
                <c:pt idx="0" formatCode="0%">
                  <c:v>0.75</c:v>
                </c:pt>
                <c:pt idx="1">
                  <c:v>0.125</c:v>
                </c:pt>
                <c:pt idx="2">
                  <c:v>0.125</c:v>
                </c:pt>
              </c:numCache>
            </c:numRef>
          </c:val>
        </c:ser>
        <c:dLbls>
          <c:showLegendKey val="0"/>
          <c:showVal val="0"/>
          <c:showCatName val="1"/>
          <c:showSerName val="0"/>
          <c:showPercent val="1"/>
          <c:showBubbleSize val="0"/>
          <c:showLeaderLines val="1"/>
        </c:dLbls>
      </c:pie3DChart>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26"/>
    </mc:Choice>
    <mc:Fallback>
      <c:style val="26"/>
    </mc:Fallback>
  </mc:AlternateContent>
  <c:chart>
    <c:title>
      <c:tx>
        <c:rich>
          <a:bodyPr/>
          <a:lstStyle/>
          <a:p>
            <a:pPr>
              <a:defRPr/>
            </a:pPr>
            <a:r>
              <a:rPr lang="en-US" sz="2800" dirty="0"/>
              <a:t>Libraries' Attitudes Toward Tracking ILL Licensing of </a:t>
            </a:r>
            <a:r>
              <a:rPr lang="en-US" sz="2800" dirty="0" err="1"/>
              <a:t>eMaterials</a:t>
            </a:r>
            <a:endParaRPr lang="en-US" sz="2800" dirty="0"/>
          </a:p>
        </c:rich>
      </c:tx>
      <c:layout/>
      <c:overlay val="0"/>
    </c:title>
    <c:autoTitleDeleted val="0"/>
    <c:view3D>
      <c:rotX val="30"/>
      <c:rotY val="0"/>
      <c:rAngAx val="0"/>
      <c:perspective val="30"/>
    </c:view3D>
    <c:floor>
      <c:thickness val="0"/>
    </c:floor>
    <c:sideWall>
      <c:thickness val="0"/>
    </c:sideWall>
    <c:backWall>
      <c:thickness val="0"/>
    </c:backWall>
    <c:plotArea>
      <c:layout/>
      <c:pie3DChart>
        <c:varyColors val="1"/>
        <c:ser>
          <c:idx val="0"/>
          <c:order val="0"/>
          <c:tx>
            <c:strRef>
              <c:f>Sheet1!$B$1</c:f>
              <c:strCache>
                <c:ptCount val="1"/>
                <c:pt idx="0">
                  <c:v>Libraries' Attitudes Toward Tracking ILL Licensing of eMaterials</c:v>
                </c:pt>
              </c:strCache>
            </c:strRef>
          </c:tx>
          <c:explosion val="25"/>
          <c:dLbls>
            <c:dLbl>
              <c:idx val="0"/>
              <c:layout>
                <c:manualLayout>
                  <c:x val="-0.18970839322467"/>
                  <c:y val="0.0252099737532808"/>
                </c:manualLayout>
              </c:layout>
              <c:tx>
                <c:rich>
                  <a:bodyPr/>
                  <a:lstStyle/>
                  <a:p>
                    <a:r>
                      <a:rPr lang="en-US" dirty="0" smtClean="0"/>
                      <a:t>We </a:t>
                    </a:r>
                    <a:r>
                      <a:rPr lang="en-US" dirty="0"/>
                      <a:t>Track
</a:t>
                    </a:r>
                    <a:r>
                      <a:rPr lang="en-US" dirty="0" smtClean="0"/>
                      <a:t>42.9%</a:t>
                    </a:r>
                    <a:endParaRPr lang="en-US" dirty="0"/>
                  </a:p>
                </c:rich>
              </c:tx>
              <c:showLegendKey val="0"/>
              <c:showVal val="0"/>
              <c:showCatName val="1"/>
              <c:showSerName val="0"/>
              <c:showPercent val="1"/>
              <c:showBubbleSize val="0"/>
            </c:dLbl>
            <c:dLbl>
              <c:idx val="1"/>
              <c:layout>
                <c:manualLayout>
                  <c:x val="0.18290467709906"/>
                  <c:y val="-0.0852887139107611"/>
                </c:manualLayout>
              </c:layout>
              <c:tx>
                <c:rich>
                  <a:bodyPr/>
                  <a:lstStyle/>
                  <a:p>
                    <a:r>
                      <a:rPr lang="en-US" dirty="0" smtClean="0"/>
                      <a:t>We </a:t>
                    </a:r>
                    <a:r>
                      <a:rPr lang="en-US" dirty="0"/>
                      <a:t>Don't Track
</a:t>
                    </a:r>
                    <a:r>
                      <a:rPr lang="en-US" dirty="0" smtClean="0"/>
                      <a:t>57.1%</a:t>
                    </a:r>
                    <a:endParaRPr lang="en-US" dirty="0"/>
                  </a:p>
                </c:rich>
              </c:tx>
              <c:showLegendKey val="0"/>
              <c:showVal val="0"/>
              <c:showCatName val="1"/>
              <c:showSerName val="0"/>
              <c:showPercent val="1"/>
              <c:showBubbleSize val="0"/>
            </c:dLbl>
            <c:showLegendKey val="0"/>
            <c:showVal val="0"/>
            <c:showCatName val="1"/>
            <c:showSerName val="0"/>
            <c:showPercent val="1"/>
            <c:showBubbleSize val="0"/>
            <c:showLeaderLines val="1"/>
          </c:dLbls>
          <c:cat>
            <c:strRef>
              <c:f>Sheet1!$A$2:$A$3</c:f>
              <c:strCache>
                <c:ptCount val="2"/>
                <c:pt idx="0">
                  <c:v>We Track</c:v>
                </c:pt>
                <c:pt idx="1">
                  <c:v>We Don't Track</c:v>
                </c:pt>
              </c:strCache>
            </c:strRef>
          </c:cat>
          <c:val>
            <c:numRef>
              <c:f>Sheet1!$B$2:$B$3</c:f>
              <c:numCache>
                <c:formatCode>0.00%</c:formatCode>
                <c:ptCount val="2"/>
                <c:pt idx="0">
                  <c:v>0.429</c:v>
                </c:pt>
                <c:pt idx="1">
                  <c:v>0.571</c:v>
                </c:pt>
              </c:numCache>
            </c:numRef>
          </c:val>
        </c:ser>
        <c:dLbls>
          <c:showLegendKey val="0"/>
          <c:showVal val="0"/>
          <c:showCatName val="1"/>
          <c:showSerName val="0"/>
          <c:showPercent val="1"/>
          <c:showBubbleSize val="0"/>
          <c:showLeaderLines val="1"/>
        </c:dLbls>
      </c:pie3DChart>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sz="2800"/>
            </a:pPr>
            <a:r>
              <a:rPr lang="en-US" sz="2800" dirty="0" smtClean="0"/>
              <a:t>BYU Print</a:t>
            </a:r>
            <a:r>
              <a:rPr lang="en-US" sz="2800" baseline="0" dirty="0" smtClean="0"/>
              <a:t> and Electronic Serials</a:t>
            </a:r>
            <a:endParaRPr lang="en-US" sz="2800" dirty="0"/>
          </a:p>
        </c:rich>
      </c:tx>
      <c:layout/>
      <c:overlay val="0"/>
    </c:title>
    <c:autoTitleDeleted val="0"/>
    <c:view3D>
      <c:rotX val="15"/>
      <c:rotY val="20"/>
      <c:rAngAx val="1"/>
    </c:view3D>
    <c:floor>
      <c:thickness val="0"/>
    </c:floor>
    <c:sideWall>
      <c:thickness val="0"/>
    </c:sideWall>
    <c:backWall>
      <c:thickness val="0"/>
    </c:backWall>
    <c:plotArea>
      <c:layout/>
      <c:bar3DChart>
        <c:barDir val="col"/>
        <c:grouping val="clustered"/>
        <c:varyColors val="0"/>
        <c:ser>
          <c:idx val="0"/>
          <c:order val="0"/>
          <c:tx>
            <c:strRef>
              <c:f>Sheet1!$B$2</c:f>
              <c:strCache>
                <c:ptCount val="1"/>
                <c:pt idx="0">
                  <c:v>Print Serials</c:v>
                </c:pt>
              </c:strCache>
            </c:strRef>
          </c:tx>
          <c:invertIfNegative val="0"/>
          <c:cat>
            <c:numRef>
              <c:f>Sheet1!$A$3:$A$7</c:f>
              <c:numCache>
                <c:formatCode>General</c:formatCode>
                <c:ptCount val="5"/>
                <c:pt idx="0">
                  <c:v>2000.0</c:v>
                </c:pt>
                <c:pt idx="1">
                  <c:v>2002.0</c:v>
                </c:pt>
                <c:pt idx="2">
                  <c:v>2005.0</c:v>
                </c:pt>
                <c:pt idx="3">
                  <c:v>2008.0</c:v>
                </c:pt>
                <c:pt idx="4">
                  <c:v>2010.0</c:v>
                </c:pt>
              </c:numCache>
            </c:numRef>
          </c:cat>
          <c:val>
            <c:numRef>
              <c:f>Sheet1!$B$3:$B$7</c:f>
              <c:numCache>
                <c:formatCode>General</c:formatCode>
                <c:ptCount val="5"/>
                <c:pt idx="0">
                  <c:v>7932.0</c:v>
                </c:pt>
                <c:pt idx="1">
                  <c:v>8385.0</c:v>
                </c:pt>
                <c:pt idx="2">
                  <c:v>8064.0</c:v>
                </c:pt>
                <c:pt idx="3">
                  <c:v>6249.0</c:v>
                </c:pt>
                <c:pt idx="4">
                  <c:v>3321.0</c:v>
                </c:pt>
              </c:numCache>
            </c:numRef>
          </c:val>
        </c:ser>
        <c:ser>
          <c:idx val="1"/>
          <c:order val="1"/>
          <c:tx>
            <c:strRef>
              <c:f>Sheet1!$C$2</c:f>
              <c:strCache>
                <c:ptCount val="1"/>
                <c:pt idx="0">
                  <c:v>Electronic Serials</c:v>
                </c:pt>
              </c:strCache>
            </c:strRef>
          </c:tx>
          <c:invertIfNegative val="0"/>
          <c:cat>
            <c:numRef>
              <c:f>Sheet1!$A$3:$A$7</c:f>
              <c:numCache>
                <c:formatCode>General</c:formatCode>
                <c:ptCount val="5"/>
                <c:pt idx="0">
                  <c:v>2000.0</c:v>
                </c:pt>
                <c:pt idx="1">
                  <c:v>2002.0</c:v>
                </c:pt>
                <c:pt idx="2">
                  <c:v>2005.0</c:v>
                </c:pt>
                <c:pt idx="3">
                  <c:v>2008.0</c:v>
                </c:pt>
                <c:pt idx="4">
                  <c:v>2010.0</c:v>
                </c:pt>
              </c:numCache>
            </c:numRef>
          </c:cat>
          <c:val>
            <c:numRef>
              <c:f>Sheet1!$C$3:$C$7</c:f>
              <c:numCache>
                <c:formatCode>General</c:formatCode>
                <c:ptCount val="5"/>
                <c:pt idx="0">
                  <c:v>37.0</c:v>
                </c:pt>
                <c:pt idx="1">
                  <c:v>26.0</c:v>
                </c:pt>
                <c:pt idx="2">
                  <c:v>406.0</c:v>
                </c:pt>
                <c:pt idx="3">
                  <c:v>1679.0</c:v>
                </c:pt>
                <c:pt idx="4">
                  <c:v>2255.0</c:v>
                </c:pt>
              </c:numCache>
            </c:numRef>
          </c:val>
        </c:ser>
        <c:dLbls>
          <c:showLegendKey val="0"/>
          <c:showVal val="0"/>
          <c:showCatName val="0"/>
          <c:showSerName val="0"/>
          <c:showPercent val="0"/>
          <c:showBubbleSize val="0"/>
        </c:dLbls>
        <c:gapWidth val="0"/>
        <c:gapDepth val="0"/>
        <c:shape val="cylinder"/>
        <c:axId val="554915176"/>
        <c:axId val="554918152"/>
        <c:axId val="0"/>
      </c:bar3DChart>
      <c:catAx>
        <c:axId val="554915176"/>
        <c:scaling>
          <c:orientation val="minMax"/>
        </c:scaling>
        <c:delete val="0"/>
        <c:axPos val="b"/>
        <c:numFmt formatCode="General" sourceLinked="1"/>
        <c:majorTickMark val="none"/>
        <c:minorTickMark val="none"/>
        <c:tickLblPos val="nextTo"/>
        <c:crossAx val="554918152"/>
        <c:crosses val="autoZero"/>
        <c:auto val="1"/>
        <c:lblAlgn val="ctr"/>
        <c:lblOffset val="100"/>
        <c:noMultiLvlLbl val="0"/>
      </c:catAx>
      <c:valAx>
        <c:axId val="554918152"/>
        <c:scaling>
          <c:orientation val="minMax"/>
        </c:scaling>
        <c:delete val="0"/>
        <c:axPos val="l"/>
        <c:title>
          <c:tx>
            <c:rich>
              <a:bodyPr/>
              <a:lstStyle/>
              <a:p>
                <a:pPr>
                  <a:defRPr/>
                </a:pPr>
                <a:r>
                  <a:rPr lang="en-US" dirty="0" smtClean="0"/>
                  <a:t># of Titles</a:t>
                </a:r>
                <a:endParaRPr lang="en-US" dirty="0"/>
              </a:p>
            </c:rich>
          </c:tx>
          <c:layout/>
          <c:overlay val="0"/>
        </c:title>
        <c:numFmt formatCode="General" sourceLinked="1"/>
        <c:majorTickMark val="out"/>
        <c:minorTickMark val="none"/>
        <c:tickLblPos val="nextTo"/>
        <c:crossAx val="554915176"/>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5D9A0D1-7F56-B54A-89BA-05BD9923DC6D}" type="datetimeFigureOut">
              <a:rPr lang="en-US" smtClean="0"/>
              <a:t>8/1/11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F19C5A1-A3EA-8149-B7C0-8152E6B2C501}" type="slidenum">
              <a:rPr lang="en-US" smtClean="0"/>
              <a:t>‹#›</a:t>
            </a:fld>
            <a:endParaRPr lang="en-US"/>
          </a:p>
        </p:txBody>
      </p:sp>
    </p:spTree>
    <p:extLst>
      <p:ext uri="{BB962C8B-B14F-4D97-AF65-F5344CB8AC3E}">
        <p14:creationId xmlns:p14="http://schemas.microsoft.com/office/powerpoint/2010/main" val="2785964190"/>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F19C5A1-A3EA-8149-B7C0-8152E6B2C501}" type="slidenum">
              <a:rPr lang="en-US" smtClean="0"/>
              <a:t>1</a:t>
            </a:fld>
            <a:endParaRPr lang="en-US"/>
          </a:p>
        </p:txBody>
      </p:sp>
    </p:spTree>
    <p:extLst>
      <p:ext uri="{BB962C8B-B14F-4D97-AF65-F5344CB8AC3E}">
        <p14:creationId xmlns:p14="http://schemas.microsoft.com/office/powerpoint/2010/main" val="40447319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Primary</a:t>
            </a:r>
            <a:r>
              <a:rPr lang="en-US" baseline="0" dirty="0" smtClean="0"/>
              <a:t> Research Group just published a study on library database licensing trends. In it, it had some interesting figures related to ILL and licensing of </a:t>
            </a:r>
            <a:r>
              <a:rPr lang="en-US" baseline="0" dirty="0" err="1" smtClean="0"/>
              <a:t>eContent</a:t>
            </a:r>
            <a:r>
              <a:rPr lang="en-US" baseline="0" dirty="0" smtClean="0"/>
              <a:t>. 3 out of 4 libraries surveyed have not tried to renegotiate their database licenses to allow for ILL lending.</a:t>
            </a:r>
            <a:endParaRPr lang="en-US" dirty="0"/>
          </a:p>
        </p:txBody>
      </p:sp>
      <p:sp>
        <p:nvSpPr>
          <p:cNvPr id="4" name="Slide Number Placeholder 3"/>
          <p:cNvSpPr>
            <a:spLocks noGrp="1"/>
          </p:cNvSpPr>
          <p:nvPr>
            <p:ph type="sldNum" sz="quarter" idx="10"/>
          </p:nvPr>
        </p:nvSpPr>
        <p:spPr/>
        <p:txBody>
          <a:bodyPr/>
          <a:lstStyle/>
          <a:p>
            <a:fld id="{9F19C5A1-A3EA-8149-B7C0-8152E6B2C501}" type="slidenum">
              <a:rPr lang="en-US" smtClean="0"/>
              <a:t>2</a:t>
            </a:fld>
            <a:endParaRPr lang="en-US"/>
          </a:p>
        </p:txBody>
      </p:sp>
    </p:spTree>
    <p:extLst>
      <p:ext uri="{BB962C8B-B14F-4D97-AF65-F5344CB8AC3E}">
        <p14:creationId xmlns:p14="http://schemas.microsoft.com/office/powerpoint/2010/main" val="40212318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Only 42% said they even keep</a:t>
            </a:r>
            <a:r>
              <a:rPr lang="en-US" baseline="0" dirty="0" smtClean="0"/>
              <a:t> records for their licensing.</a:t>
            </a:r>
          </a:p>
          <a:p>
            <a:endParaRPr lang="en-US" dirty="0"/>
          </a:p>
        </p:txBody>
      </p:sp>
      <p:sp>
        <p:nvSpPr>
          <p:cNvPr id="4" name="Slide Number Placeholder 3"/>
          <p:cNvSpPr>
            <a:spLocks noGrp="1"/>
          </p:cNvSpPr>
          <p:nvPr>
            <p:ph type="sldNum" sz="quarter" idx="10"/>
          </p:nvPr>
        </p:nvSpPr>
        <p:spPr/>
        <p:txBody>
          <a:bodyPr/>
          <a:lstStyle/>
          <a:p>
            <a:fld id="{9F19C5A1-A3EA-8149-B7C0-8152E6B2C501}" type="slidenum">
              <a:rPr lang="en-US" smtClean="0"/>
              <a:t>3</a:t>
            </a:fld>
            <a:endParaRPr lang="en-US"/>
          </a:p>
        </p:txBody>
      </p:sp>
    </p:spTree>
    <p:extLst>
      <p:ext uri="{BB962C8B-B14F-4D97-AF65-F5344CB8AC3E}">
        <p14:creationId xmlns:p14="http://schemas.microsoft.com/office/powerpoint/2010/main" val="15286519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 you library is like ours, we have seen</a:t>
            </a:r>
            <a:r>
              <a:rPr lang="en-US" baseline="0" dirty="0" smtClean="0"/>
              <a:t> a steep drop in print acquisition and just as steep climb in electronic acquisitions of serials. Print: blue; Serials Purple.</a:t>
            </a:r>
          </a:p>
          <a:p>
            <a:r>
              <a:rPr lang="en-US" baseline="0" dirty="0" smtClean="0"/>
              <a:t>As more an more titles are going digital, we will all have a harder time filling journal and </a:t>
            </a:r>
            <a:r>
              <a:rPr lang="en-US" baseline="0" dirty="0" err="1" smtClean="0"/>
              <a:t>ebook</a:t>
            </a:r>
            <a:r>
              <a:rPr lang="en-US" baseline="0" dirty="0" smtClean="0"/>
              <a:t> requests if 3 out of 4 libraries do not try to get rights to lend electronically. In essence, </a:t>
            </a:r>
            <a:r>
              <a:rPr lang="en-US" baseline="0" dirty="0" err="1" smtClean="0"/>
              <a:t>interlibray</a:t>
            </a:r>
            <a:r>
              <a:rPr lang="en-US" baseline="0" dirty="0" smtClean="0"/>
              <a:t> loan as a service would not only suffer but would be in danger of irrelevance.</a:t>
            </a:r>
          </a:p>
          <a:p>
            <a:endParaRPr lang="en-US" baseline="0" dirty="0" smtClean="0"/>
          </a:p>
          <a:p>
            <a:r>
              <a:rPr lang="en-US" baseline="0" dirty="0" smtClean="0"/>
              <a:t>Jared’s going to talk about what we can be doing at our institutions to be more proactive about licensing </a:t>
            </a:r>
            <a:r>
              <a:rPr lang="en-US" baseline="0" dirty="0" err="1" smtClean="0"/>
              <a:t>eContent</a:t>
            </a:r>
            <a:r>
              <a:rPr lang="en-US" baseline="0" dirty="0" smtClean="0"/>
              <a:t> for ILL.</a:t>
            </a:r>
            <a:endParaRPr lang="en-US" dirty="0"/>
          </a:p>
        </p:txBody>
      </p:sp>
      <p:sp>
        <p:nvSpPr>
          <p:cNvPr id="4" name="Slide Number Placeholder 3"/>
          <p:cNvSpPr>
            <a:spLocks noGrp="1"/>
          </p:cNvSpPr>
          <p:nvPr>
            <p:ph type="sldNum" sz="quarter" idx="10"/>
          </p:nvPr>
        </p:nvSpPr>
        <p:spPr/>
        <p:txBody>
          <a:bodyPr/>
          <a:lstStyle/>
          <a:p>
            <a:fld id="{9F19C5A1-A3EA-8149-B7C0-8152E6B2C501}" type="slidenum">
              <a:rPr lang="en-US" smtClean="0"/>
              <a:t>4</a:t>
            </a:fld>
            <a:endParaRPr lang="en-US"/>
          </a:p>
        </p:txBody>
      </p:sp>
    </p:spTree>
    <p:extLst>
      <p:ext uri="{BB962C8B-B14F-4D97-AF65-F5344CB8AC3E}">
        <p14:creationId xmlns:p14="http://schemas.microsoft.com/office/powerpoint/2010/main" val="24980397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Step</a:t>
            </a:r>
            <a:r>
              <a:rPr lang="en-US" baseline="0" dirty="0" smtClean="0"/>
              <a:t> 1: Find out who licenses resources for your library. Their office will look like this.</a:t>
            </a:r>
            <a:endParaRPr lang="en-US" dirty="0"/>
          </a:p>
        </p:txBody>
      </p:sp>
      <p:sp>
        <p:nvSpPr>
          <p:cNvPr id="4" name="Slide Number Placeholder 3"/>
          <p:cNvSpPr>
            <a:spLocks noGrp="1"/>
          </p:cNvSpPr>
          <p:nvPr>
            <p:ph type="sldNum" sz="quarter" idx="10"/>
          </p:nvPr>
        </p:nvSpPr>
        <p:spPr/>
        <p:txBody>
          <a:bodyPr/>
          <a:lstStyle/>
          <a:p>
            <a:fld id="{9F19C5A1-A3EA-8149-B7C0-8152E6B2C501}" type="slidenum">
              <a:rPr lang="en-US" smtClean="0"/>
              <a:t>5</a:t>
            </a:fld>
            <a:endParaRPr lang="en-US"/>
          </a:p>
        </p:txBody>
      </p:sp>
    </p:spTree>
    <p:extLst>
      <p:ext uri="{BB962C8B-B14F-4D97-AF65-F5344CB8AC3E}">
        <p14:creationId xmlns:p14="http://schemas.microsoft.com/office/powerpoint/2010/main" val="41538160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Step 2: Find out if your licensing</a:t>
            </a:r>
            <a:r>
              <a:rPr lang="en-US" baseline="0" dirty="0" smtClean="0"/>
              <a:t> guru is asking for lending rights. IF not, r</a:t>
            </a:r>
            <a:r>
              <a:rPr lang="en-US" dirty="0" smtClean="0"/>
              <a:t>equest that lending rights be requested every</a:t>
            </a:r>
            <a:r>
              <a:rPr lang="en-US" baseline="0" dirty="0" smtClean="0"/>
              <a:t> </a:t>
            </a:r>
            <a:r>
              <a:rPr lang="en-US" dirty="0" smtClean="0"/>
              <a:t>time a license is negotiated.</a:t>
            </a:r>
            <a:endParaRPr lang="en-US" dirty="0"/>
          </a:p>
        </p:txBody>
      </p:sp>
      <p:sp>
        <p:nvSpPr>
          <p:cNvPr id="4" name="Slide Number Placeholder 3"/>
          <p:cNvSpPr>
            <a:spLocks noGrp="1"/>
          </p:cNvSpPr>
          <p:nvPr>
            <p:ph type="sldNum" sz="quarter" idx="10"/>
          </p:nvPr>
        </p:nvSpPr>
        <p:spPr/>
        <p:txBody>
          <a:bodyPr/>
          <a:lstStyle/>
          <a:p>
            <a:fld id="{9F19C5A1-A3EA-8149-B7C0-8152E6B2C501}" type="slidenum">
              <a:rPr lang="en-US" smtClean="0"/>
              <a:t>6</a:t>
            </a:fld>
            <a:endParaRPr lang="en-US"/>
          </a:p>
        </p:txBody>
      </p:sp>
    </p:spTree>
    <p:extLst>
      <p:ext uri="{BB962C8B-B14F-4D97-AF65-F5344CB8AC3E}">
        <p14:creationId xmlns:p14="http://schemas.microsoft.com/office/powerpoint/2010/main" val="37604118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Step</a:t>
            </a:r>
            <a:r>
              <a:rPr lang="en-US" baseline="0" dirty="0" smtClean="0"/>
              <a:t> 3: Offer example language for lending rights. Example language can be found in what is called the “Standard License Agreement”. Specifically, the URL here has an example license agreement that includes favorable lending language on pages 2–3.</a:t>
            </a:r>
            <a:endParaRPr lang="en-US" dirty="0"/>
          </a:p>
        </p:txBody>
      </p:sp>
      <p:sp>
        <p:nvSpPr>
          <p:cNvPr id="4" name="Slide Number Placeholder 3"/>
          <p:cNvSpPr>
            <a:spLocks noGrp="1"/>
          </p:cNvSpPr>
          <p:nvPr>
            <p:ph type="sldNum" sz="quarter" idx="10"/>
          </p:nvPr>
        </p:nvSpPr>
        <p:spPr/>
        <p:txBody>
          <a:bodyPr/>
          <a:lstStyle/>
          <a:p>
            <a:fld id="{9F19C5A1-A3EA-8149-B7C0-8152E6B2C501}" type="slidenum">
              <a:rPr lang="en-US" smtClean="0"/>
              <a:t>7</a:t>
            </a:fld>
            <a:endParaRPr lang="en-US"/>
          </a:p>
        </p:txBody>
      </p:sp>
    </p:spTree>
    <p:extLst>
      <p:ext uri="{BB962C8B-B14F-4D97-AF65-F5344CB8AC3E}">
        <p14:creationId xmlns:p14="http://schemas.microsoft.com/office/powerpoint/2010/main" val="24623577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Step 4: Start</a:t>
            </a:r>
            <a:r>
              <a:rPr lang="en-US" baseline="0" dirty="0" smtClean="0"/>
              <a:t> tracking your license agreements. Preferably using an Electronic Resource Management System (ERM), but anything is preferable to nothing. If your licensing guru is already tracking this, find out how you can access and use this data.</a:t>
            </a:r>
          </a:p>
          <a:p>
            <a:endParaRPr lang="en-US" baseline="0" dirty="0" smtClean="0"/>
          </a:p>
          <a:p>
            <a:r>
              <a:rPr lang="en-US" baseline="0" dirty="0" smtClean="0"/>
              <a:t>Step 5: Do not, as a policy, prohibit electronic lending. Instead, find ways to lend – restructure, redesign do whatever you need to. Work with your licensing person to find out the best way to find out what lending rights are available.</a:t>
            </a:r>
          </a:p>
          <a:p>
            <a:endParaRPr lang="en-US" baseline="0" dirty="0" smtClean="0"/>
          </a:p>
          <a:p>
            <a:r>
              <a:rPr lang="en-US" baseline="0" dirty="0" smtClean="0"/>
              <a:t>Step 6: </a:t>
            </a:r>
            <a:r>
              <a:rPr lang="en-US" sz="1200" b="0" kern="1200" dirty="0" smtClean="0">
                <a:solidFill>
                  <a:schemeClr val="tx1"/>
                </a:solidFill>
                <a:latin typeface="+mn-lt"/>
                <a:ea typeface="+mn-ea"/>
                <a:cs typeface="+mn-cs"/>
              </a:rPr>
              <a:t>Work with cataloging to make sure records of electronic content that can be lent are loaded into OCLC.</a:t>
            </a:r>
            <a:endParaRPr lang="en-US" b="0" dirty="0"/>
          </a:p>
        </p:txBody>
      </p:sp>
      <p:sp>
        <p:nvSpPr>
          <p:cNvPr id="4" name="Slide Number Placeholder 3"/>
          <p:cNvSpPr>
            <a:spLocks noGrp="1"/>
          </p:cNvSpPr>
          <p:nvPr>
            <p:ph type="sldNum" sz="quarter" idx="10"/>
          </p:nvPr>
        </p:nvSpPr>
        <p:spPr/>
        <p:txBody>
          <a:bodyPr/>
          <a:lstStyle/>
          <a:p>
            <a:fld id="{9F19C5A1-A3EA-8149-B7C0-8152E6B2C501}" type="slidenum">
              <a:rPr lang="en-US" smtClean="0"/>
              <a:t>8</a:t>
            </a:fld>
            <a:endParaRPr lang="en-US"/>
          </a:p>
        </p:txBody>
      </p:sp>
    </p:spTree>
    <p:extLst>
      <p:ext uri="{BB962C8B-B14F-4D97-AF65-F5344CB8AC3E}">
        <p14:creationId xmlns:p14="http://schemas.microsoft.com/office/powerpoint/2010/main" val="34022337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smtClean="0"/>
              <a:t>So the question</a:t>
            </a:r>
            <a:r>
              <a:rPr lang="en-US" baseline="0" dirty="0" smtClean="0"/>
              <a:t> is, once you find the few titles you can’t lend…how do you just deflect them and not everything? </a:t>
            </a:r>
            <a:r>
              <a:rPr lang="en-US" dirty="0" smtClean="0"/>
              <a:t>Wouldn’t it be great if there was a way to only deflect those individual titles but not everything else?</a:t>
            </a:r>
          </a:p>
          <a:p>
            <a:endParaRPr lang="en-US" dirty="0"/>
          </a:p>
        </p:txBody>
      </p:sp>
      <p:sp>
        <p:nvSpPr>
          <p:cNvPr id="4" name="Slide Number Placeholder 3"/>
          <p:cNvSpPr>
            <a:spLocks noGrp="1"/>
          </p:cNvSpPr>
          <p:nvPr>
            <p:ph type="sldNum" sz="quarter" idx="10"/>
          </p:nvPr>
        </p:nvSpPr>
        <p:spPr/>
        <p:txBody>
          <a:bodyPr/>
          <a:lstStyle/>
          <a:p>
            <a:fld id="{9F19C5A1-A3EA-8149-B7C0-8152E6B2C501}" type="slidenum">
              <a:rPr lang="en-US" smtClean="0"/>
              <a:t>9</a:t>
            </a:fld>
            <a:endParaRPr lang="en-US"/>
          </a:p>
        </p:txBody>
      </p:sp>
    </p:spTree>
    <p:extLst>
      <p:ext uri="{BB962C8B-B14F-4D97-AF65-F5344CB8AC3E}">
        <p14:creationId xmlns:p14="http://schemas.microsoft.com/office/powerpoint/2010/main" val="33674772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There is a way! Our friends</a:t>
            </a:r>
            <a:r>
              <a:rPr lang="en-US" baseline="0" dirty="0" smtClean="0"/>
              <a:t> in the MARC world thought of it a long time ago. Character 20 on a 0-20 scale in the 008 field of the MARC Holdings record will designate an item Will Lend, Will Not Lend, Will Lend Hard Copy Only, Limited Lending Policy, or Unknown.</a:t>
            </a:r>
          </a:p>
          <a:p>
            <a:endParaRPr lang="en-US" baseline="0" dirty="0" smtClean="0"/>
          </a:p>
          <a:p>
            <a:r>
              <a:rPr lang="en-US" baseline="0" dirty="0" smtClean="0"/>
              <a:t>For those non catalogers in the room, what does this mean?</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9F19C5A1-A3EA-8149-B7C0-8152E6B2C501}" type="slidenum">
              <a:rPr lang="en-US" smtClean="0"/>
              <a:t>10</a:t>
            </a:fld>
            <a:endParaRPr lang="en-US"/>
          </a:p>
        </p:txBody>
      </p:sp>
    </p:spTree>
    <p:extLst>
      <p:ext uri="{BB962C8B-B14F-4D97-AF65-F5344CB8AC3E}">
        <p14:creationId xmlns:p14="http://schemas.microsoft.com/office/powerpoint/2010/main" val="30792967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is how it</a:t>
            </a:r>
            <a:r>
              <a:rPr lang="en-US" baseline="0" dirty="0" smtClean="0"/>
              <a:t> SHOULD work in ILLiad:</a:t>
            </a:r>
            <a:endParaRPr lang="en-US" dirty="0" smtClean="0"/>
          </a:p>
          <a:p>
            <a:endParaRPr lang="en-US" dirty="0" smtClean="0"/>
          </a:p>
          <a:p>
            <a:r>
              <a:rPr lang="en-US" dirty="0" smtClean="0"/>
              <a:t>It should make your library a non-supplier for just that item…not everything.</a:t>
            </a:r>
          </a:p>
          <a:p>
            <a:r>
              <a:rPr lang="en-US" dirty="0" smtClean="0"/>
              <a:t>What actually</a:t>
            </a:r>
            <a:r>
              <a:rPr lang="en-US" baseline="0" dirty="0" smtClean="0"/>
              <a:t> happens is it allows you to select the library but the borrower gets an </a:t>
            </a:r>
            <a:r>
              <a:rPr lang="en-US" baseline="0" dirty="0" err="1" smtClean="0"/>
              <a:t>autodeflect</a:t>
            </a:r>
            <a:r>
              <a:rPr lang="en-US" baseline="0" dirty="0" smtClean="0"/>
              <a:t> notice: </a:t>
            </a:r>
            <a:r>
              <a:rPr lang="en-US" baseline="0" dirty="0" err="1" smtClean="0"/>
              <a:t>Autodeflection</a:t>
            </a:r>
            <a:r>
              <a:rPr lang="en-US" baseline="0" dirty="0" smtClean="0"/>
              <a:t>: request type</a:t>
            </a:r>
            <a:endParaRPr lang="en-US" dirty="0" smtClean="0"/>
          </a:p>
          <a:p>
            <a:endParaRPr lang="en-US" dirty="0"/>
          </a:p>
        </p:txBody>
      </p:sp>
      <p:sp>
        <p:nvSpPr>
          <p:cNvPr id="4" name="Slide Number Placeholder 3"/>
          <p:cNvSpPr>
            <a:spLocks noGrp="1"/>
          </p:cNvSpPr>
          <p:nvPr>
            <p:ph type="sldNum" sz="quarter" idx="10"/>
          </p:nvPr>
        </p:nvSpPr>
        <p:spPr/>
        <p:txBody>
          <a:bodyPr/>
          <a:lstStyle/>
          <a:p>
            <a:fld id="{9F19C5A1-A3EA-8149-B7C0-8152E6B2C501}" type="slidenum">
              <a:rPr lang="en-US" smtClean="0"/>
              <a:t>11</a:t>
            </a:fld>
            <a:endParaRPr lang="en-US"/>
          </a:p>
        </p:txBody>
      </p:sp>
    </p:spTree>
    <p:extLst>
      <p:ext uri="{BB962C8B-B14F-4D97-AF65-F5344CB8AC3E}">
        <p14:creationId xmlns:p14="http://schemas.microsoft.com/office/powerpoint/2010/main" val="27925367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Or if you use OCLC resource Sharing:</a:t>
            </a:r>
          </a:p>
          <a:p>
            <a:r>
              <a:rPr lang="en-US" dirty="0" smtClean="0"/>
              <a:t>It makes you a non-supplier of that</a:t>
            </a:r>
            <a:r>
              <a:rPr lang="en-US" baseline="0" dirty="0" smtClean="0"/>
              <a:t> item, at the bottom of everyone’s custom holdings.</a:t>
            </a:r>
            <a:endParaRPr lang="en-US" dirty="0"/>
          </a:p>
        </p:txBody>
      </p:sp>
      <p:sp>
        <p:nvSpPr>
          <p:cNvPr id="4" name="Slide Number Placeholder 3"/>
          <p:cNvSpPr>
            <a:spLocks noGrp="1"/>
          </p:cNvSpPr>
          <p:nvPr>
            <p:ph type="sldNum" sz="quarter" idx="10"/>
          </p:nvPr>
        </p:nvSpPr>
        <p:spPr/>
        <p:txBody>
          <a:bodyPr/>
          <a:lstStyle/>
          <a:p>
            <a:fld id="{9F19C5A1-A3EA-8149-B7C0-8152E6B2C501}" type="slidenum">
              <a:rPr lang="en-US" smtClean="0"/>
              <a:t>12</a:t>
            </a:fld>
            <a:endParaRPr lang="en-US"/>
          </a:p>
        </p:txBody>
      </p:sp>
    </p:spTree>
    <p:extLst>
      <p:ext uri="{BB962C8B-B14F-4D97-AF65-F5344CB8AC3E}">
        <p14:creationId xmlns:p14="http://schemas.microsoft.com/office/powerpoint/2010/main" val="39411826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reality, however, this is how it really works:</a:t>
            </a:r>
          </a:p>
          <a:p>
            <a:r>
              <a:rPr lang="en-US" dirty="0" smtClean="0"/>
              <a:t>You are still totally visible and show up as a supplier but then</a:t>
            </a:r>
            <a:r>
              <a:rPr lang="en-US" baseline="0" dirty="0" smtClean="0"/>
              <a:t> the requesting library gets a deflection notice: Auto-Deflection: request type</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9F19C5A1-A3EA-8149-B7C0-8152E6B2C501}" type="slidenum">
              <a:rPr lang="en-US" smtClean="0"/>
              <a:t>13</a:t>
            </a:fld>
            <a:endParaRPr lang="en-US"/>
          </a:p>
        </p:txBody>
      </p:sp>
    </p:spTree>
    <p:extLst>
      <p:ext uri="{BB962C8B-B14F-4D97-AF65-F5344CB8AC3E}">
        <p14:creationId xmlns:p14="http://schemas.microsoft.com/office/powerpoint/2010/main" val="11226374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smtClean="0"/>
              <a:t>Other option: don’t send up holdings for those journals. That’s what we do… our journals do not even show up—those that we can’t lend</a:t>
            </a:r>
          </a:p>
          <a:p>
            <a:endParaRPr lang="en-US" dirty="0"/>
          </a:p>
        </p:txBody>
      </p:sp>
      <p:sp>
        <p:nvSpPr>
          <p:cNvPr id="4" name="Slide Number Placeholder 3"/>
          <p:cNvSpPr>
            <a:spLocks noGrp="1"/>
          </p:cNvSpPr>
          <p:nvPr>
            <p:ph type="sldNum" sz="quarter" idx="10"/>
          </p:nvPr>
        </p:nvSpPr>
        <p:spPr/>
        <p:txBody>
          <a:bodyPr/>
          <a:lstStyle/>
          <a:p>
            <a:fld id="{9F19C5A1-A3EA-8149-B7C0-8152E6B2C501}" type="slidenum">
              <a:rPr lang="en-US" smtClean="0"/>
              <a:t>14</a:t>
            </a:fld>
            <a:endParaRPr lang="en-US"/>
          </a:p>
        </p:txBody>
      </p:sp>
    </p:spTree>
    <p:extLst>
      <p:ext uri="{BB962C8B-B14F-4D97-AF65-F5344CB8AC3E}">
        <p14:creationId xmlns:p14="http://schemas.microsoft.com/office/powerpoint/2010/main" val="776455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Conclusion:</a:t>
            </a:r>
          </a:p>
          <a:p>
            <a:r>
              <a:rPr lang="en-US" dirty="0" smtClean="0"/>
              <a:t>We need to ask our</a:t>
            </a:r>
            <a:r>
              <a:rPr lang="en-US" baseline="0" dirty="0" smtClean="0"/>
              <a:t> vendors for ILL privileges</a:t>
            </a:r>
          </a:p>
          <a:p>
            <a:r>
              <a:rPr lang="en-US" baseline="0" dirty="0" smtClean="0"/>
              <a:t>We need to keep track of the license agreements</a:t>
            </a:r>
          </a:p>
          <a:p>
            <a:r>
              <a:rPr lang="en-US" baseline="0" dirty="0" smtClean="0"/>
              <a:t>We need to either deflect only those titles we can’t lend, or possible just not send up our holdings for those items until we intend to lend</a:t>
            </a:r>
            <a:endParaRPr lang="en-US" dirty="0"/>
          </a:p>
        </p:txBody>
      </p:sp>
      <p:sp>
        <p:nvSpPr>
          <p:cNvPr id="4" name="Slide Number Placeholder 3"/>
          <p:cNvSpPr>
            <a:spLocks noGrp="1"/>
          </p:cNvSpPr>
          <p:nvPr>
            <p:ph type="sldNum" sz="quarter" idx="10"/>
          </p:nvPr>
        </p:nvSpPr>
        <p:spPr/>
        <p:txBody>
          <a:bodyPr/>
          <a:lstStyle/>
          <a:p>
            <a:fld id="{9F19C5A1-A3EA-8149-B7C0-8152E6B2C501}" type="slidenum">
              <a:rPr lang="en-US" smtClean="0"/>
              <a:t>15</a:t>
            </a:fld>
            <a:endParaRPr lang="en-US"/>
          </a:p>
        </p:txBody>
      </p:sp>
    </p:spTree>
    <p:extLst>
      <p:ext uri="{BB962C8B-B14F-4D97-AF65-F5344CB8AC3E}">
        <p14:creationId xmlns:p14="http://schemas.microsoft.com/office/powerpoint/2010/main" val="1715677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Q/A</a:t>
            </a:r>
            <a:endParaRPr lang="en-US" dirty="0"/>
          </a:p>
        </p:txBody>
      </p:sp>
      <p:sp>
        <p:nvSpPr>
          <p:cNvPr id="4" name="Slide Number Placeholder 3"/>
          <p:cNvSpPr>
            <a:spLocks noGrp="1"/>
          </p:cNvSpPr>
          <p:nvPr>
            <p:ph type="sldNum" sz="quarter" idx="10"/>
          </p:nvPr>
        </p:nvSpPr>
        <p:spPr/>
        <p:txBody>
          <a:bodyPr/>
          <a:lstStyle/>
          <a:p>
            <a:fld id="{9F19C5A1-A3EA-8149-B7C0-8152E6B2C501}" type="slidenum">
              <a:rPr lang="en-US" smtClean="0"/>
              <a:t>16</a:t>
            </a:fld>
            <a:endParaRPr lang="en-US"/>
          </a:p>
        </p:txBody>
      </p:sp>
    </p:spTree>
    <p:extLst>
      <p:ext uri="{BB962C8B-B14F-4D97-AF65-F5344CB8AC3E}">
        <p14:creationId xmlns:p14="http://schemas.microsoft.com/office/powerpoint/2010/main" val="17156770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365248"/>
            <a:ext cx="7772400" cy="978408"/>
          </a:xfrm>
        </p:spPr>
        <p:txBody>
          <a:bodyPr vert="horz" lIns="91440" tIns="45720" rIns="91440" bIns="45720" rtlCol="0" anchor="b" anchorCtr="0">
            <a:noAutofit/>
          </a:bodyPr>
          <a:lstStyle>
            <a:lvl1pPr algn="ctr" defTabSz="914400" rtl="0" eaLnBrk="1" latinLnBrk="0" hangingPunct="1">
              <a:spcBef>
                <a:spcPct val="0"/>
              </a:spcBef>
              <a:buNone/>
              <a:defRPr sz="5400" kern="1200">
                <a:solidFill>
                  <a:schemeClr val="tx1"/>
                </a:solidFill>
                <a:effectLst>
                  <a:outerShdw blurRad="50800" dist="50800" dir="5400000" sx="101000" sy="101000" algn="t" rotWithShape="0">
                    <a:prstClr val="black">
                      <a:alpha val="40000"/>
                    </a:prstClr>
                  </a:outerShdw>
                </a:effectLst>
                <a:latin typeface="+mj-lt"/>
                <a:ea typeface="+mj-ea"/>
                <a:cs typeface="+mj-cs"/>
              </a:defRPr>
            </a:lvl1pPr>
          </a:lstStyle>
          <a:p>
            <a:r>
              <a:rPr lang="en-US" smtClean="0"/>
              <a:t>Click to edit Master title style</a:t>
            </a:r>
            <a:endParaRPr dirty="0"/>
          </a:p>
        </p:txBody>
      </p:sp>
      <p:sp>
        <p:nvSpPr>
          <p:cNvPr id="3" name="Subtitle 2"/>
          <p:cNvSpPr>
            <a:spLocks noGrp="1"/>
          </p:cNvSpPr>
          <p:nvPr>
            <p:ph type="subTitle" idx="1"/>
          </p:nvPr>
        </p:nvSpPr>
        <p:spPr>
          <a:xfrm>
            <a:off x="685800" y="3352800"/>
            <a:ext cx="7772400" cy="877824"/>
          </a:xfrm>
        </p:spPr>
        <p:txBody>
          <a:bodyPr vert="horz" lIns="91440" tIns="45720" rIns="91440" bIns="45720" rtlCol="0">
            <a:normAutofit/>
          </a:bodyPr>
          <a:lstStyle>
            <a:lvl1pPr marL="0" indent="0" algn="ctr" defTabSz="914400" rtl="0" eaLnBrk="1" latinLnBrk="0" hangingPunct="1">
              <a:spcBef>
                <a:spcPts val="300"/>
              </a:spcBef>
              <a:buFontTx/>
              <a:buNone/>
              <a:defRPr sz="2000" kern="1200">
                <a:solidFill>
                  <a:schemeClr val="tx1">
                    <a:tint val="75000"/>
                  </a:schemeClr>
                </a:solidFill>
                <a:effectLst>
                  <a:outerShdw blurRad="50800" dist="50800" dir="5400000" sx="101000" sy="101000" algn="t" rotWithShape="0">
                    <a:prstClr val="black">
                      <a:alpha val="40000"/>
                    </a:prstClr>
                  </a:outerShdw>
                </a:effectLst>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p>
            <a:fld id="{651A0C47-018D-4460-B945-BFF7981B6CA6}" type="datetimeFigureOut">
              <a:rPr lang="en-US" smtClean="0"/>
              <a:t>8/1/11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1F5A0A-F6FC-4FFD-9B49-0DA8697211D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a:xfrm>
            <a:off x="685800" y="1869141"/>
            <a:ext cx="7770813" cy="4257022"/>
          </a:xfrm>
        </p:spPr>
        <p:txBody>
          <a:bodyPr/>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651A0C47-018D-4460-B945-BFF7981B6CA6}" type="datetimeFigureOut">
              <a:rPr lang="en-US" smtClean="0"/>
              <a:t>8/1/11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1F5A0A-F6FC-4FFD-9B49-0DA8697211D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267200"/>
            <a:ext cx="7772400" cy="977153"/>
          </a:xfrm>
        </p:spPr>
        <p:txBody>
          <a:bodyPr anchor="b" anchorCtr="0">
            <a:noAutofit/>
          </a:bodyPr>
          <a:lstStyle>
            <a:lvl1pPr>
              <a:defRPr sz="5400"/>
            </a:lvl1pPr>
          </a:lstStyle>
          <a:p>
            <a:r>
              <a:rPr lang="en-US" smtClean="0"/>
              <a:t>Click to edit Master title style</a:t>
            </a:r>
            <a:endParaRPr/>
          </a:p>
        </p:txBody>
      </p:sp>
      <p:sp>
        <p:nvSpPr>
          <p:cNvPr id="3" name="Subtitle 2"/>
          <p:cNvSpPr>
            <a:spLocks noGrp="1"/>
          </p:cNvSpPr>
          <p:nvPr>
            <p:ph type="subTitle" idx="1"/>
          </p:nvPr>
        </p:nvSpPr>
        <p:spPr>
          <a:xfrm>
            <a:off x="685799" y="5257800"/>
            <a:ext cx="7770813" cy="874058"/>
          </a:xfrm>
        </p:spPr>
        <p:txBody>
          <a:bodyPr>
            <a:normAutofit/>
          </a:bodyPr>
          <a:lstStyle>
            <a:lvl1pPr marL="0" indent="0" algn="ctr">
              <a:spcBef>
                <a:spcPts val="300"/>
              </a:spcBef>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p>
            <a:fld id="{651A0C47-018D-4460-B945-BFF7981B6CA6}" type="datetimeFigureOut">
              <a:rPr lang="en-US" smtClean="0"/>
              <a:t>8/1/11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1F5A0A-F6FC-4FFD-9B49-0DA8697211D9}" type="slidenum">
              <a:rPr lang="en-US" smtClean="0"/>
              <a:t>‹#›</a:t>
            </a:fld>
            <a:endParaRPr lang="en-US"/>
          </a:p>
        </p:txBody>
      </p:sp>
      <p:sp>
        <p:nvSpPr>
          <p:cNvPr id="8" name="Picture Placeholder 7"/>
          <p:cNvSpPr>
            <a:spLocks noGrp="1"/>
          </p:cNvSpPr>
          <p:nvPr>
            <p:ph type="pic" sz="quarter" idx="13"/>
          </p:nvPr>
        </p:nvSpPr>
        <p:spPr>
          <a:xfrm rot="21540000">
            <a:off x="2056196" y="424650"/>
            <a:ext cx="5031609" cy="3375800"/>
          </a:xfrm>
          <a:solidFill>
            <a:schemeClr val="bg1">
              <a:lumMod val="75000"/>
              <a:lumOff val="25000"/>
            </a:schemeClr>
          </a:solidFill>
          <a:ln w="88900">
            <a:solidFill>
              <a:schemeClr val="tx1"/>
            </a:solidFill>
            <a:miter lim="800000"/>
          </a:ln>
          <a:effectLst>
            <a:outerShdw blurRad="127000" sx="102000" sy="102000" algn="ctr" rotWithShape="0">
              <a:prstClr val="black">
                <a:alpha val="40000"/>
              </a:prstClr>
            </a:outerShdw>
          </a:effectLst>
        </p:spPr>
        <p:txBody>
          <a:bodyPr/>
          <a:lstStyle>
            <a:lvl1pPr>
              <a:buFont typeface="Arial" pitchFamily="34" charset="0"/>
              <a:buNone/>
              <a:defRPr/>
            </a:lvl1pPr>
          </a:lstStyle>
          <a:p>
            <a:r>
              <a:rPr lang="en-US" smtClean="0"/>
              <a:t>Drag picture to placeholder or click icon to add</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990600"/>
            <a:ext cx="7770813" cy="1743075"/>
          </a:xfrm>
        </p:spPr>
        <p:txBody>
          <a:bodyPr vert="horz" lIns="91440" tIns="45720" rIns="91440" bIns="45720" rtlCol="0" anchor="b" anchorCtr="0">
            <a:noAutofit/>
          </a:bodyPr>
          <a:lstStyle>
            <a:lvl1pPr algn="ctr" defTabSz="914400" rtl="0" eaLnBrk="1" latinLnBrk="0" hangingPunct="1">
              <a:spcBef>
                <a:spcPct val="0"/>
              </a:spcBef>
              <a:buNone/>
              <a:defRPr sz="5400" kern="1200">
                <a:solidFill>
                  <a:schemeClr val="tx1"/>
                </a:solidFill>
                <a:effectLst>
                  <a:outerShdw blurRad="50800" dist="50800" dir="5400000" sx="101000" sy="101000" algn="t" rotWithShape="0">
                    <a:prstClr val="black">
                      <a:alpha val="40000"/>
                    </a:prstClr>
                  </a:outerShdw>
                </a:effectLst>
                <a:latin typeface="+mj-lt"/>
                <a:ea typeface="+mj-ea"/>
                <a:cs typeface="+mj-cs"/>
              </a:defRPr>
            </a:lvl1pPr>
          </a:lstStyle>
          <a:p>
            <a:r>
              <a:rPr lang="en-US" smtClean="0"/>
              <a:t>Click to edit Master title style</a:t>
            </a:r>
            <a:endParaRPr/>
          </a:p>
        </p:txBody>
      </p:sp>
      <p:sp>
        <p:nvSpPr>
          <p:cNvPr id="3" name="Text Placeholder 2"/>
          <p:cNvSpPr>
            <a:spLocks noGrp="1"/>
          </p:cNvSpPr>
          <p:nvPr>
            <p:ph type="body" idx="1"/>
          </p:nvPr>
        </p:nvSpPr>
        <p:spPr>
          <a:xfrm>
            <a:off x="685800" y="2756647"/>
            <a:ext cx="7770813" cy="1281953"/>
          </a:xfrm>
        </p:spPr>
        <p:txBody>
          <a:bodyPr vert="horz" lIns="91440" tIns="45720" rIns="91440" bIns="45720" rtlCol="0">
            <a:normAutofit/>
          </a:bodyPr>
          <a:lstStyle>
            <a:lvl1pPr marL="0" indent="0" algn="ctr" defTabSz="914400" rtl="0" eaLnBrk="1" latinLnBrk="0" hangingPunct="1">
              <a:spcBef>
                <a:spcPts val="300"/>
              </a:spcBef>
              <a:buFontTx/>
              <a:buNone/>
              <a:defRPr sz="2000" kern="1200">
                <a:solidFill>
                  <a:schemeClr val="tx1">
                    <a:tint val="75000"/>
                  </a:schemeClr>
                </a:solidFill>
                <a:effectLst>
                  <a:outerShdw blurRad="50800" dist="50800" dir="5400000" sx="101000" sy="101000" algn="t" rotWithShape="0">
                    <a:prstClr val="black">
                      <a:alpha val="40000"/>
                    </a:prstClr>
                  </a:outerShdw>
                </a:effectLst>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51A0C47-018D-4460-B945-BFF7981B6CA6}" type="datetimeFigureOut">
              <a:rPr lang="en-US" smtClean="0"/>
              <a:t>8/1/11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1F5A0A-F6FC-4FFD-9B49-0DA8697211D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121023"/>
            <a:ext cx="7770813" cy="1429871"/>
          </a:xfrm>
        </p:spPr>
        <p:txBody>
          <a:bodyPr/>
          <a:lstStyle/>
          <a:p>
            <a:r>
              <a:rPr lang="en-US" smtClean="0"/>
              <a:t>Click to edit Master title style</a:t>
            </a:r>
            <a:endParaRPr/>
          </a:p>
        </p:txBody>
      </p:sp>
      <p:sp>
        <p:nvSpPr>
          <p:cNvPr id="3" name="Content Placeholder 2"/>
          <p:cNvSpPr>
            <a:spLocks noGrp="1"/>
          </p:cNvSpPr>
          <p:nvPr>
            <p:ph sz="half" idx="1"/>
          </p:nvPr>
        </p:nvSpPr>
        <p:spPr>
          <a:xfrm>
            <a:off x="685800" y="1760538"/>
            <a:ext cx="3611880" cy="4365625"/>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marL="2398713" indent="-336550">
              <a:defRPr sz="1800"/>
            </a:lvl8pPr>
            <a:lvl9pPr marL="2398713" indent="-336550">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Content Placeholder 3"/>
          <p:cNvSpPr>
            <a:spLocks noGrp="1"/>
          </p:cNvSpPr>
          <p:nvPr>
            <p:ph sz="half" idx="2"/>
          </p:nvPr>
        </p:nvSpPr>
        <p:spPr>
          <a:xfrm>
            <a:off x="4844733" y="1760538"/>
            <a:ext cx="3611880" cy="4365625"/>
          </a:xfrm>
        </p:spPr>
        <p:txBody>
          <a:bodyPr>
            <a:normAutofit/>
          </a:bodyPr>
          <a:lstStyle>
            <a:lvl1pPr>
              <a:defRPr sz="2200"/>
            </a:lvl1pPr>
            <a:lvl2pPr>
              <a:defRPr sz="2000"/>
            </a:lvl2pPr>
            <a:lvl3pPr>
              <a:defRPr sz="2000"/>
            </a:lvl3pPr>
            <a:lvl4pPr>
              <a:defRPr sz="2000"/>
            </a:lvl4pPr>
            <a:lvl5pPr>
              <a:defRPr sz="2000"/>
            </a:lvl5pPr>
            <a:lvl6pPr>
              <a:defRPr sz="1800"/>
            </a:lvl6pPr>
            <a:lvl7pPr>
              <a:defRPr sz="1800"/>
            </a:lvl7pPr>
            <a:lvl8pPr marL="2398713" indent="-336550">
              <a:defRPr sz="1800"/>
            </a:lvl8pPr>
            <a:lvl9pPr marL="2398713" indent="-336550">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4"/>
          <p:cNvSpPr>
            <a:spLocks noGrp="1"/>
          </p:cNvSpPr>
          <p:nvPr>
            <p:ph type="dt" sz="half" idx="10"/>
          </p:nvPr>
        </p:nvSpPr>
        <p:spPr/>
        <p:txBody>
          <a:bodyPr/>
          <a:lstStyle/>
          <a:p>
            <a:fld id="{651A0C47-018D-4460-B945-BFF7981B6CA6}" type="datetimeFigureOut">
              <a:rPr lang="en-US" smtClean="0"/>
              <a:t>8/1/11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1F5A0A-F6FC-4FFD-9B49-0DA8697211D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5800" y="121023"/>
            <a:ext cx="7770813" cy="1429871"/>
          </a:xfrm>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685800" y="1550895"/>
            <a:ext cx="3611880" cy="614082"/>
          </a:xfrm>
        </p:spPr>
        <p:txBody>
          <a:bodyPr anchor="b" anchorCtr="0">
            <a:noAutofit/>
          </a:bodyPr>
          <a:lstStyle>
            <a:lvl1pPr marL="0" indent="0" algn="ctr">
              <a:spcBef>
                <a:spcPts val="0"/>
              </a:spcBef>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5800" y="2438400"/>
            <a:ext cx="3611880" cy="36877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marL="2398713" indent="-336550">
              <a:defRPr sz="1600"/>
            </a:lvl8pPr>
            <a:lvl9pPr marL="2398713" indent="-336550">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Text Placeholder 4"/>
          <p:cNvSpPr>
            <a:spLocks noGrp="1"/>
          </p:cNvSpPr>
          <p:nvPr>
            <p:ph type="body" sz="quarter" idx="3"/>
          </p:nvPr>
        </p:nvSpPr>
        <p:spPr>
          <a:xfrm>
            <a:off x="4845526" y="1550895"/>
            <a:ext cx="3611880" cy="614082"/>
          </a:xfrm>
        </p:spPr>
        <p:txBody>
          <a:bodyPr anchor="b" anchorCtr="0">
            <a:noAutofit/>
          </a:bodyPr>
          <a:lstStyle>
            <a:lvl1pPr marL="0" indent="0" algn="ctr">
              <a:spcBef>
                <a:spcPts val="0"/>
              </a:spcBef>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845526" y="2438400"/>
            <a:ext cx="3611880" cy="36877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marL="2398713" indent="-336550">
              <a:defRPr sz="1600"/>
            </a:lvl8pPr>
            <a:lvl9pPr marL="2398713" indent="-336550">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7" name="Date Placeholder 6"/>
          <p:cNvSpPr>
            <a:spLocks noGrp="1"/>
          </p:cNvSpPr>
          <p:nvPr>
            <p:ph type="dt" sz="half" idx="10"/>
          </p:nvPr>
        </p:nvSpPr>
        <p:spPr/>
        <p:txBody>
          <a:bodyPr/>
          <a:lstStyle/>
          <a:p>
            <a:fld id="{651A0C47-018D-4460-B945-BFF7981B6CA6}" type="datetimeFigureOut">
              <a:rPr lang="en-US" smtClean="0"/>
              <a:t>8/1/11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1F5A0A-F6FC-4FFD-9B49-0DA8697211D9}" type="slidenum">
              <a:rPr lang="en-US" smtClean="0"/>
              <a:t>‹#›</a:t>
            </a:fld>
            <a:endParaRPr lang="en-US"/>
          </a:p>
        </p:txBody>
      </p:sp>
      <p:cxnSp>
        <p:nvCxnSpPr>
          <p:cNvPr id="11" name="Straight Connector 10"/>
          <p:cNvCxnSpPr/>
          <p:nvPr/>
        </p:nvCxnSpPr>
        <p:spPr>
          <a:xfrm>
            <a:off x="786205" y="2191871"/>
            <a:ext cx="3429000" cy="1588"/>
          </a:xfrm>
          <a:prstGeom prst="line">
            <a:avLst/>
          </a:prstGeom>
          <a:ln>
            <a:solidFill>
              <a:srgbClr val="FFFFFF">
                <a:alpha val="40000"/>
              </a:srgb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4936966" y="2191871"/>
            <a:ext cx="3429000" cy="1588"/>
          </a:xfrm>
          <a:prstGeom prst="line">
            <a:avLst/>
          </a:prstGeom>
          <a:ln>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651A0C47-018D-4460-B945-BFF7981B6CA6}" type="datetimeFigureOut">
              <a:rPr lang="en-US" smtClean="0"/>
              <a:t>8/1/11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1F5A0A-F6FC-4FFD-9B49-0DA8697211D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1A0C47-018D-4460-B945-BFF7981B6CA6}" type="datetimeFigureOut">
              <a:rPr lang="en-US" smtClean="0"/>
              <a:t>8/1/11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C1F5A0A-F6FC-4FFD-9B49-0DA8697211D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8905" y="971550"/>
            <a:ext cx="3657600" cy="1162050"/>
          </a:xfrm>
        </p:spPr>
        <p:txBody>
          <a:bodyPr anchor="b">
            <a:noAutofit/>
          </a:bodyPr>
          <a:lstStyle>
            <a:lvl1pPr algn="l">
              <a:defRPr sz="3600" b="0"/>
            </a:lvl1pPr>
          </a:lstStyle>
          <a:p>
            <a:r>
              <a:rPr lang="en-US" smtClean="0"/>
              <a:t>Click to edit Master title style</a:t>
            </a:r>
            <a:endParaRPr/>
          </a:p>
        </p:txBody>
      </p:sp>
      <p:sp>
        <p:nvSpPr>
          <p:cNvPr id="3" name="Content Placeholder 2"/>
          <p:cNvSpPr>
            <a:spLocks noGrp="1"/>
          </p:cNvSpPr>
          <p:nvPr>
            <p:ph idx="1"/>
          </p:nvPr>
        </p:nvSpPr>
        <p:spPr>
          <a:xfrm>
            <a:off x="4800600" y="457200"/>
            <a:ext cx="3657600" cy="56689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marL="2398713" indent="-336550">
              <a:defRPr sz="1800"/>
            </a:lvl8pPr>
            <a:lvl9pPr marL="2398713" indent="-336550">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Text Placeholder 3"/>
          <p:cNvSpPr>
            <a:spLocks noGrp="1"/>
          </p:cNvSpPr>
          <p:nvPr>
            <p:ph type="body" sz="half" idx="2"/>
          </p:nvPr>
        </p:nvSpPr>
        <p:spPr>
          <a:xfrm>
            <a:off x="658905" y="2133601"/>
            <a:ext cx="3657600" cy="3581400"/>
          </a:xfrm>
        </p:spPr>
        <p:txBody>
          <a:bodyPr>
            <a:normAutofit/>
          </a:bodyPr>
          <a:lstStyle>
            <a:lvl1pPr marL="0" indent="0">
              <a:spcBef>
                <a:spcPts val="10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51A0C47-018D-4460-B945-BFF7981B6CA6}" type="datetimeFigureOut">
              <a:rPr lang="en-US" smtClean="0"/>
              <a:t>8/1/11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1F5A0A-F6FC-4FFD-9B49-0DA8697211D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805082" y="969264"/>
            <a:ext cx="3657600" cy="1161288"/>
          </a:xfrm>
        </p:spPr>
        <p:txBody>
          <a:bodyPr anchor="b">
            <a:noAutofit/>
          </a:bodyPr>
          <a:lstStyle>
            <a:lvl1pPr algn="l">
              <a:defRPr sz="3600" b="0" kern="1200">
                <a:solidFill>
                  <a:schemeClr val="tx1"/>
                </a:solidFill>
                <a:effectLst>
                  <a:outerShdw blurRad="50800" dist="50800" dir="5400000" sx="101000" sy="101000" algn="t" rotWithShape="0">
                    <a:prstClr val="black">
                      <a:alpha val="40000"/>
                    </a:prstClr>
                  </a:outerShdw>
                </a:effectLst>
                <a:latin typeface="+mj-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663388" y="510988"/>
            <a:ext cx="3657600" cy="5553636"/>
          </a:xfrm>
          <a:solidFill>
            <a:schemeClr val="bg1">
              <a:lumMod val="75000"/>
              <a:lumOff val="25000"/>
            </a:schemeClr>
          </a:solidFill>
          <a:ln w="88900">
            <a:solidFill>
              <a:schemeClr val="tx1"/>
            </a:solidFill>
            <a:miter lim="800000"/>
          </a:ln>
          <a:effectLst>
            <a:outerShdw blurRad="127000" sx="102000" sy="102000" algn="ctr" rotWithShape="0">
              <a:prstClr val="black">
                <a:alpha val="40000"/>
              </a:prstClr>
            </a:outerShdw>
          </a:effectLst>
        </p:spPr>
        <p:txBody>
          <a:bodyPr vert="horz" lIns="91440" tIns="45720" rIns="91440" bIns="45720" rtlCol="0">
            <a:normAutofit/>
          </a:bodyPr>
          <a:lstStyle>
            <a:lvl1pPr marL="342900" indent="-342900" algn="l" defTabSz="914400" rtl="0" eaLnBrk="1" latinLnBrk="0" hangingPunct="1">
              <a:spcBef>
                <a:spcPts val="2000"/>
              </a:spcBef>
              <a:buFont typeface="Arial" pitchFamily="34" charset="0"/>
              <a:buNone/>
              <a:defRPr sz="2200" kern="1200">
                <a:solidFill>
                  <a:schemeClr val="tx1"/>
                </a:solidFill>
                <a:effectLst>
                  <a:outerShdw blurRad="50800" dist="50800" dir="5400000" sx="101000" sy="101000" algn="t" rotWithShape="0">
                    <a:prstClr val="black">
                      <a:alpha val="40000"/>
                    </a:prstClr>
                  </a:outerShdw>
                </a:effectLst>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a:p>
        </p:txBody>
      </p:sp>
      <p:sp>
        <p:nvSpPr>
          <p:cNvPr id="4" name="Text Placeholder 3"/>
          <p:cNvSpPr>
            <a:spLocks noGrp="1"/>
          </p:cNvSpPr>
          <p:nvPr>
            <p:ph type="body" sz="half" idx="2"/>
          </p:nvPr>
        </p:nvSpPr>
        <p:spPr>
          <a:xfrm>
            <a:off x="4799853" y="2130552"/>
            <a:ext cx="3657600" cy="3584448"/>
          </a:xfrm>
        </p:spPr>
        <p:txBody>
          <a:bodyPr vert="horz" lIns="91440" tIns="45720" rIns="91440" bIns="45720" rtlCol="0">
            <a:normAutofit/>
          </a:bodyPr>
          <a:lstStyle>
            <a:lvl1pPr marL="0" indent="0">
              <a:spcBef>
                <a:spcPts val="1000"/>
              </a:spcBef>
              <a:buNone/>
              <a:defRPr sz="1800" kern="1200">
                <a:solidFill>
                  <a:schemeClr val="tx1"/>
                </a:solidFill>
                <a:effectLst>
                  <a:outerShdw blurRad="50800" dist="50800" dir="5400000" sx="101000" sy="101000" algn="t" rotWithShape="0">
                    <a:prstClr val="black">
                      <a:alpha val="40000"/>
                    </a:prstClr>
                  </a:outerShdw>
                </a:effectLst>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l" defTabSz="914400" rtl="0" eaLnBrk="1" latinLnBrk="0" hangingPunct="1">
              <a:spcBef>
                <a:spcPts val="2000"/>
              </a:spcBef>
              <a:buFontTx/>
              <a:buNone/>
            </a:pPr>
            <a:r>
              <a:rPr lang="en-US" smtClean="0"/>
              <a:t>Click to edit Master text styles</a:t>
            </a:r>
          </a:p>
        </p:txBody>
      </p:sp>
      <p:sp>
        <p:nvSpPr>
          <p:cNvPr id="5" name="Date Placeholder 4"/>
          <p:cNvSpPr>
            <a:spLocks noGrp="1"/>
          </p:cNvSpPr>
          <p:nvPr>
            <p:ph type="dt" sz="half" idx="10"/>
          </p:nvPr>
        </p:nvSpPr>
        <p:spPr/>
        <p:txBody>
          <a:bodyPr/>
          <a:lstStyle/>
          <a:p>
            <a:fld id="{651A0C47-018D-4460-B945-BFF7981B6CA6}" type="datetimeFigureOut">
              <a:rPr lang="en-US" smtClean="0"/>
              <a:t>8/1/11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1F5A0A-F6FC-4FFD-9B49-0DA8697211D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4151376"/>
            <a:ext cx="7776882" cy="1014984"/>
          </a:xfrm>
        </p:spPr>
        <p:txBody>
          <a:bodyPr anchor="b">
            <a:noAutofit/>
          </a:bodyPr>
          <a:lstStyle>
            <a:lvl1pPr algn="ctr">
              <a:defRPr sz="3600" b="0" kern="1200">
                <a:solidFill>
                  <a:schemeClr val="tx1"/>
                </a:solidFill>
                <a:effectLst>
                  <a:outerShdw blurRad="50800" dist="50800" dir="5400000" sx="101000" sy="101000" algn="t" rotWithShape="0">
                    <a:prstClr val="black">
                      <a:alpha val="40000"/>
                    </a:prstClr>
                  </a:outerShdw>
                </a:effectLst>
                <a:latin typeface="+mj-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1828800" y="457199"/>
            <a:ext cx="5486400" cy="3644153"/>
          </a:xfrm>
          <a:solidFill>
            <a:schemeClr val="bg1">
              <a:lumMod val="75000"/>
              <a:lumOff val="25000"/>
            </a:schemeClr>
          </a:solidFill>
          <a:ln w="88900">
            <a:solidFill>
              <a:schemeClr val="tx1"/>
            </a:solidFill>
            <a:miter lim="800000"/>
          </a:ln>
          <a:effectLst>
            <a:outerShdw blurRad="127000" sx="102000" sy="102000" algn="ctr" rotWithShape="0">
              <a:prstClr val="black">
                <a:alpha val="40000"/>
              </a:prstClr>
            </a:outerShdw>
          </a:effectLst>
        </p:spPr>
        <p:txBody>
          <a:bodyPr vert="horz" lIns="91440" tIns="45720" rIns="91440" bIns="45720" rtlCol="0">
            <a:normAutofit/>
          </a:bodyPr>
          <a:lstStyle>
            <a:lvl1pPr marL="342900" indent="-342900" algn="l" defTabSz="914400" rtl="0" eaLnBrk="1" latinLnBrk="0" hangingPunct="1">
              <a:spcBef>
                <a:spcPts val="2000"/>
              </a:spcBef>
              <a:buFont typeface="Arial" pitchFamily="34" charset="0"/>
              <a:buNone/>
              <a:defRPr sz="2200" kern="1200">
                <a:solidFill>
                  <a:schemeClr val="tx1"/>
                </a:solidFill>
                <a:effectLst>
                  <a:outerShdw blurRad="50800" dist="50800" dir="5400000" sx="101000" sy="101000" algn="t" rotWithShape="0">
                    <a:prstClr val="black">
                      <a:alpha val="40000"/>
                    </a:prstClr>
                  </a:outerShdw>
                </a:effectLst>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a:p>
        </p:txBody>
      </p:sp>
      <p:sp>
        <p:nvSpPr>
          <p:cNvPr id="4" name="Text Placeholder 3"/>
          <p:cNvSpPr>
            <a:spLocks noGrp="1"/>
          </p:cNvSpPr>
          <p:nvPr>
            <p:ph type="body" sz="half" idx="2"/>
          </p:nvPr>
        </p:nvSpPr>
        <p:spPr>
          <a:xfrm>
            <a:off x="680571" y="5181599"/>
            <a:ext cx="7776882" cy="950259"/>
          </a:xfrm>
        </p:spPr>
        <p:txBody>
          <a:bodyPr vert="horz" lIns="91440" tIns="45720" rIns="91440" bIns="45720" rtlCol="0">
            <a:normAutofit/>
          </a:bodyPr>
          <a:lstStyle>
            <a:lvl1pPr marL="0" indent="0" algn="ctr">
              <a:spcBef>
                <a:spcPts val="300"/>
              </a:spcBef>
              <a:buNone/>
              <a:defRPr sz="1800" kern="1200">
                <a:solidFill>
                  <a:schemeClr val="tx1"/>
                </a:solidFill>
                <a:effectLst>
                  <a:outerShdw blurRad="50800" dist="50800" dir="5400000" sx="101000" sy="101000" algn="t" rotWithShape="0">
                    <a:prstClr val="black">
                      <a:alpha val="40000"/>
                    </a:prstClr>
                  </a:outerShdw>
                </a:effectLst>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l" defTabSz="914400" rtl="0" eaLnBrk="1" latinLnBrk="0" hangingPunct="1">
              <a:spcBef>
                <a:spcPts val="2000"/>
              </a:spcBef>
              <a:buFontTx/>
              <a:buNone/>
            </a:pPr>
            <a:r>
              <a:rPr lang="en-US" smtClean="0"/>
              <a:t>Click to edit Master text styles</a:t>
            </a:r>
          </a:p>
        </p:txBody>
      </p:sp>
      <p:sp>
        <p:nvSpPr>
          <p:cNvPr id="5" name="Date Placeholder 4"/>
          <p:cNvSpPr>
            <a:spLocks noGrp="1"/>
          </p:cNvSpPr>
          <p:nvPr>
            <p:ph type="dt" sz="half" idx="10"/>
          </p:nvPr>
        </p:nvSpPr>
        <p:spPr/>
        <p:txBody>
          <a:bodyPr/>
          <a:lstStyle/>
          <a:p>
            <a:fld id="{651A0C47-018D-4460-B945-BFF7981B6CA6}" type="datetimeFigureOut">
              <a:rPr lang="en-US" smtClean="0"/>
              <a:t>8/1/11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1F5A0A-F6FC-4FFD-9B49-0DA8697211D9}"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toryboard">
    <p:spTree>
      <p:nvGrpSpPr>
        <p:cNvPr id="1" name=""/>
        <p:cNvGrpSpPr/>
        <p:nvPr/>
      </p:nvGrpSpPr>
      <p:grpSpPr>
        <a:xfrm>
          <a:off x="0" y="0"/>
          <a:ext cx="0" cy="0"/>
          <a:chOff x="0" y="0"/>
          <a:chExt cx="0" cy="0"/>
        </a:xfrm>
      </p:grpSpPr>
      <p:sp>
        <p:nvSpPr>
          <p:cNvPr id="2" name="Title 1"/>
          <p:cNvSpPr>
            <a:spLocks noGrp="1"/>
          </p:cNvSpPr>
          <p:nvPr>
            <p:ph type="title"/>
          </p:nvPr>
        </p:nvSpPr>
        <p:spPr>
          <a:xfrm>
            <a:off x="685800" y="4155141"/>
            <a:ext cx="7776882" cy="1013011"/>
          </a:xfrm>
        </p:spPr>
        <p:txBody>
          <a:bodyPr anchor="b">
            <a:noAutofit/>
          </a:bodyPr>
          <a:lstStyle>
            <a:lvl1pPr algn="ctr">
              <a:defRPr sz="3600" b="0" kern="1200">
                <a:solidFill>
                  <a:schemeClr val="tx1"/>
                </a:solidFill>
                <a:effectLst>
                  <a:outerShdw blurRad="50800" dist="50800" dir="5400000" sx="101000" sy="101000" algn="t" rotWithShape="0">
                    <a:prstClr val="black">
                      <a:alpha val="40000"/>
                    </a:prstClr>
                  </a:outerShdw>
                </a:effectLst>
                <a:latin typeface="+mj-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685800" y="457200"/>
            <a:ext cx="2331720" cy="1645920"/>
          </a:xfrm>
          <a:solidFill>
            <a:schemeClr val="bg1">
              <a:lumMod val="75000"/>
              <a:lumOff val="25000"/>
            </a:schemeClr>
          </a:solidFill>
          <a:ln w="88900">
            <a:solidFill>
              <a:schemeClr val="tx1"/>
            </a:solidFill>
            <a:miter lim="800000"/>
          </a:ln>
          <a:effectLst>
            <a:outerShdw blurRad="127000" sx="102000" sy="102000" algn="ctr" rotWithShape="0">
              <a:prstClr val="black">
                <a:alpha val="40000"/>
              </a:prstClr>
            </a:outerShdw>
          </a:effectLst>
        </p:spPr>
        <p:txBody>
          <a:bodyPr vert="horz" lIns="91440" tIns="45720" rIns="91440" bIns="45720" rtlCol="0">
            <a:normAutofit/>
          </a:bodyPr>
          <a:lstStyle>
            <a:lvl1pPr marL="342900" indent="-342900" algn="l" defTabSz="914400" rtl="0" eaLnBrk="1" latinLnBrk="0" hangingPunct="1">
              <a:spcBef>
                <a:spcPts val="2000"/>
              </a:spcBef>
              <a:buFont typeface="Arial" pitchFamily="34" charset="0"/>
              <a:buNone/>
              <a:defRPr sz="2200" kern="1200">
                <a:solidFill>
                  <a:schemeClr val="tx1"/>
                </a:solidFill>
                <a:effectLst>
                  <a:outerShdw blurRad="50800" dist="50800" dir="5400000" sx="101000" sy="101000" algn="t" rotWithShape="0">
                    <a:prstClr val="black">
                      <a:alpha val="40000"/>
                    </a:prstClr>
                  </a:outerShdw>
                </a:effectLst>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a:p>
        </p:txBody>
      </p:sp>
      <p:sp>
        <p:nvSpPr>
          <p:cNvPr id="4" name="Text Placeholder 3"/>
          <p:cNvSpPr>
            <a:spLocks noGrp="1"/>
          </p:cNvSpPr>
          <p:nvPr>
            <p:ph type="body" sz="half" idx="2"/>
          </p:nvPr>
        </p:nvSpPr>
        <p:spPr>
          <a:xfrm>
            <a:off x="680571" y="5181599"/>
            <a:ext cx="7776882" cy="950259"/>
          </a:xfrm>
        </p:spPr>
        <p:txBody>
          <a:bodyPr vert="horz" lIns="91440" tIns="45720" rIns="91440" bIns="45720" rtlCol="0">
            <a:normAutofit/>
          </a:bodyPr>
          <a:lstStyle>
            <a:lvl1pPr marL="0" indent="0" algn="ctr">
              <a:spcBef>
                <a:spcPts val="300"/>
              </a:spcBef>
              <a:buNone/>
              <a:defRPr sz="1800" kern="1200">
                <a:solidFill>
                  <a:schemeClr val="tx1"/>
                </a:solidFill>
                <a:effectLst>
                  <a:outerShdw blurRad="50800" dist="50800" dir="5400000" sx="101000" sy="101000" algn="t" rotWithShape="0">
                    <a:prstClr val="black">
                      <a:alpha val="40000"/>
                    </a:prstClr>
                  </a:outerShdw>
                </a:effectLst>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l" defTabSz="914400" rtl="0" eaLnBrk="1" latinLnBrk="0" hangingPunct="1">
              <a:spcBef>
                <a:spcPts val="2000"/>
              </a:spcBef>
              <a:buFontTx/>
              <a:buNone/>
            </a:pPr>
            <a:r>
              <a:rPr lang="en-US" smtClean="0"/>
              <a:t>Click to edit Master text styles</a:t>
            </a:r>
          </a:p>
        </p:txBody>
      </p:sp>
      <p:sp>
        <p:nvSpPr>
          <p:cNvPr id="5" name="Date Placeholder 4"/>
          <p:cNvSpPr>
            <a:spLocks noGrp="1"/>
          </p:cNvSpPr>
          <p:nvPr>
            <p:ph type="dt" sz="half" idx="10"/>
          </p:nvPr>
        </p:nvSpPr>
        <p:spPr/>
        <p:txBody>
          <a:bodyPr/>
          <a:lstStyle/>
          <a:p>
            <a:fld id="{651A0C47-018D-4460-B945-BFF7981B6CA6}" type="datetimeFigureOut">
              <a:rPr lang="en-US" smtClean="0"/>
              <a:t>8/1/11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1F5A0A-F6FC-4FFD-9B49-0DA8697211D9}" type="slidenum">
              <a:rPr lang="en-US" smtClean="0"/>
              <a:t>‹#›</a:t>
            </a:fld>
            <a:endParaRPr lang="en-US"/>
          </a:p>
        </p:txBody>
      </p:sp>
      <p:sp>
        <p:nvSpPr>
          <p:cNvPr id="11" name="Picture Placeholder 2"/>
          <p:cNvSpPr>
            <a:spLocks noGrp="1"/>
          </p:cNvSpPr>
          <p:nvPr>
            <p:ph type="pic" idx="13"/>
          </p:nvPr>
        </p:nvSpPr>
        <p:spPr>
          <a:xfrm>
            <a:off x="685800" y="2455433"/>
            <a:ext cx="2331720" cy="1645920"/>
          </a:xfrm>
          <a:solidFill>
            <a:schemeClr val="bg1">
              <a:lumMod val="75000"/>
              <a:lumOff val="25000"/>
            </a:schemeClr>
          </a:solidFill>
          <a:ln w="88900">
            <a:solidFill>
              <a:schemeClr val="tx1"/>
            </a:solidFill>
            <a:miter lim="800000"/>
          </a:ln>
          <a:effectLst>
            <a:outerShdw blurRad="127000" sx="102000" sy="102000" algn="ctr" rotWithShape="0">
              <a:prstClr val="black">
                <a:alpha val="40000"/>
              </a:prstClr>
            </a:outerShdw>
          </a:effectLst>
        </p:spPr>
        <p:txBody>
          <a:bodyPr vert="horz" lIns="91440" tIns="45720" rIns="91440" bIns="45720" rtlCol="0">
            <a:normAutofit/>
          </a:bodyPr>
          <a:lstStyle>
            <a:lvl1pPr marL="342900" indent="-342900" algn="l" defTabSz="914400" rtl="0" eaLnBrk="1" latinLnBrk="0" hangingPunct="1">
              <a:spcBef>
                <a:spcPts val="2000"/>
              </a:spcBef>
              <a:buFont typeface="Arial" pitchFamily="34" charset="0"/>
              <a:buNone/>
              <a:defRPr sz="2200" kern="1200">
                <a:solidFill>
                  <a:schemeClr val="tx1"/>
                </a:solidFill>
                <a:effectLst>
                  <a:outerShdw blurRad="50800" dist="50800" dir="5400000" sx="101000" sy="101000" algn="t" rotWithShape="0">
                    <a:prstClr val="black">
                      <a:alpha val="40000"/>
                    </a:prstClr>
                  </a:outerShdw>
                </a:effectLst>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a:p>
        </p:txBody>
      </p:sp>
      <p:sp>
        <p:nvSpPr>
          <p:cNvPr id="16" name="Picture Placeholder 2"/>
          <p:cNvSpPr>
            <a:spLocks noGrp="1"/>
          </p:cNvSpPr>
          <p:nvPr>
            <p:ph type="pic" idx="14"/>
          </p:nvPr>
        </p:nvSpPr>
        <p:spPr>
          <a:xfrm>
            <a:off x="3412490" y="457200"/>
            <a:ext cx="2331720" cy="1645920"/>
          </a:xfrm>
          <a:solidFill>
            <a:schemeClr val="bg1">
              <a:lumMod val="75000"/>
              <a:lumOff val="25000"/>
            </a:schemeClr>
          </a:solidFill>
          <a:ln w="88900">
            <a:solidFill>
              <a:schemeClr val="tx1"/>
            </a:solidFill>
            <a:miter lim="800000"/>
          </a:ln>
          <a:effectLst>
            <a:outerShdw blurRad="127000" sx="102000" sy="102000" algn="ctr" rotWithShape="0">
              <a:prstClr val="black">
                <a:alpha val="40000"/>
              </a:prstClr>
            </a:outerShdw>
          </a:effectLst>
        </p:spPr>
        <p:txBody>
          <a:bodyPr vert="horz" lIns="91440" tIns="45720" rIns="91440" bIns="45720" rtlCol="0">
            <a:normAutofit/>
          </a:bodyPr>
          <a:lstStyle>
            <a:lvl1pPr marL="342900" indent="-342900" algn="l" defTabSz="914400" rtl="0" eaLnBrk="1" latinLnBrk="0" hangingPunct="1">
              <a:spcBef>
                <a:spcPts val="2000"/>
              </a:spcBef>
              <a:buFont typeface="Arial" pitchFamily="34" charset="0"/>
              <a:buNone/>
              <a:defRPr sz="2200" kern="1200">
                <a:solidFill>
                  <a:schemeClr val="tx1"/>
                </a:solidFill>
                <a:effectLst>
                  <a:outerShdw blurRad="50800" dist="50800" dir="5400000" sx="101000" sy="101000" algn="t" rotWithShape="0">
                    <a:prstClr val="black">
                      <a:alpha val="40000"/>
                    </a:prstClr>
                  </a:outerShdw>
                </a:effectLst>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a:p>
        </p:txBody>
      </p:sp>
      <p:sp>
        <p:nvSpPr>
          <p:cNvPr id="17" name="Picture Placeholder 2"/>
          <p:cNvSpPr>
            <a:spLocks noGrp="1"/>
          </p:cNvSpPr>
          <p:nvPr>
            <p:ph type="pic" idx="15"/>
          </p:nvPr>
        </p:nvSpPr>
        <p:spPr>
          <a:xfrm>
            <a:off x="3412490" y="2455433"/>
            <a:ext cx="2331720" cy="1645920"/>
          </a:xfrm>
          <a:solidFill>
            <a:schemeClr val="bg1">
              <a:lumMod val="75000"/>
              <a:lumOff val="25000"/>
            </a:schemeClr>
          </a:solidFill>
          <a:ln w="88900">
            <a:solidFill>
              <a:schemeClr val="tx1"/>
            </a:solidFill>
            <a:miter lim="800000"/>
          </a:ln>
          <a:effectLst>
            <a:outerShdw blurRad="127000" sx="102000" sy="102000" algn="ctr" rotWithShape="0">
              <a:prstClr val="black">
                <a:alpha val="40000"/>
              </a:prstClr>
            </a:outerShdw>
          </a:effectLst>
        </p:spPr>
        <p:txBody>
          <a:bodyPr vert="horz" lIns="91440" tIns="45720" rIns="91440" bIns="45720" rtlCol="0">
            <a:normAutofit/>
          </a:bodyPr>
          <a:lstStyle>
            <a:lvl1pPr marL="342900" indent="-342900" algn="l" defTabSz="914400" rtl="0" eaLnBrk="1" latinLnBrk="0" hangingPunct="1">
              <a:spcBef>
                <a:spcPts val="2000"/>
              </a:spcBef>
              <a:buFont typeface="Arial" pitchFamily="34" charset="0"/>
              <a:buNone/>
              <a:defRPr sz="2200" kern="1200">
                <a:solidFill>
                  <a:schemeClr val="tx1"/>
                </a:solidFill>
                <a:effectLst>
                  <a:outerShdw blurRad="50800" dist="50800" dir="5400000" sx="101000" sy="101000" algn="t" rotWithShape="0">
                    <a:prstClr val="black">
                      <a:alpha val="40000"/>
                    </a:prstClr>
                  </a:outerShdw>
                </a:effectLst>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a:p>
        </p:txBody>
      </p:sp>
      <p:sp>
        <p:nvSpPr>
          <p:cNvPr id="18" name="Picture Placeholder 2"/>
          <p:cNvSpPr>
            <a:spLocks noGrp="1"/>
          </p:cNvSpPr>
          <p:nvPr>
            <p:ph type="pic" idx="16"/>
          </p:nvPr>
        </p:nvSpPr>
        <p:spPr>
          <a:xfrm>
            <a:off x="6139180" y="457200"/>
            <a:ext cx="2331720" cy="1645920"/>
          </a:xfrm>
          <a:solidFill>
            <a:schemeClr val="bg1">
              <a:lumMod val="75000"/>
              <a:lumOff val="25000"/>
            </a:schemeClr>
          </a:solidFill>
          <a:ln w="88900">
            <a:solidFill>
              <a:schemeClr val="tx1"/>
            </a:solidFill>
            <a:miter lim="800000"/>
          </a:ln>
          <a:effectLst>
            <a:outerShdw blurRad="127000" sx="102000" sy="102000" algn="ctr" rotWithShape="0">
              <a:prstClr val="black">
                <a:alpha val="40000"/>
              </a:prstClr>
            </a:outerShdw>
          </a:effectLst>
        </p:spPr>
        <p:txBody>
          <a:bodyPr vert="horz" lIns="91440" tIns="45720" rIns="91440" bIns="45720" rtlCol="0">
            <a:normAutofit/>
          </a:bodyPr>
          <a:lstStyle>
            <a:lvl1pPr marL="342900" indent="-342900" algn="l" defTabSz="914400" rtl="0" eaLnBrk="1" latinLnBrk="0" hangingPunct="1">
              <a:spcBef>
                <a:spcPts val="2000"/>
              </a:spcBef>
              <a:buFont typeface="Arial" pitchFamily="34" charset="0"/>
              <a:buNone/>
              <a:defRPr sz="2200" kern="1200">
                <a:solidFill>
                  <a:schemeClr val="tx1"/>
                </a:solidFill>
                <a:effectLst>
                  <a:outerShdw blurRad="50800" dist="50800" dir="5400000" sx="101000" sy="101000" algn="t" rotWithShape="0">
                    <a:prstClr val="black">
                      <a:alpha val="40000"/>
                    </a:prstClr>
                  </a:outerShdw>
                </a:effectLst>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a:p>
        </p:txBody>
      </p:sp>
      <p:sp>
        <p:nvSpPr>
          <p:cNvPr id="19" name="Picture Placeholder 2"/>
          <p:cNvSpPr>
            <a:spLocks noGrp="1"/>
          </p:cNvSpPr>
          <p:nvPr>
            <p:ph type="pic" idx="17"/>
          </p:nvPr>
        </p:nvSpPr>
        <p:spPr>
          <a:xfrm>
            <a:off x="6139180" y="2455433"/>
            <a:ext cx="2331720" cy="1645920"/>
          </a:xfrm>
          <a:solidFill>
            <a:schemeClr val="bg1">
              <a:lumMod val="75000"/>
              <a:lumOff val="25000"/>
            </a:schemeClr>
          </a:solidFill>
          <a:ln w="88900">
            <a:solidFill>
              <a:schemeClr val="tx1"/>
            </a:solidFill>
            <a:miter lim="800000"/>
          </a:ln>
          <a:effectLst>
            <a:outerShdw blurRad="127000" sx="102000" sy="102000" algn="ctr" rotWithShape="0">
              <a:prstClr val="black">
                <a:alpha val="40000"/>
              </a:prstClr>
            </a:outerShdw>
          </a:effectLst>
        </p:spPr>
        <p:txBody>
          <a:bodyPr vert="horz" lIns="91440" tIns="45720" rIns="91440" bIns="45720" rtlCol="0">
            <a:normAutofit/>
          </a:bodyPr>
          <a:lstStyle>
            <a:lvl1pPr marL="342900" indent="-342900" algn="l" defTabSz="914400" rtl="0" eaLnBrk="1" latinLnBrk="0" hangingPunct="1">
              <a:spcBef>
                <a:spcPts val="2000"/>
              </a:spcBef>
              <a:buFont typeface="Arial" pitchFamily="34" charset="0"/>
              <a:buNone/>
              <a:defRPr sz="2200" kern="1200">
                <a:solidFill>
                  <a:schemeClr val="tx1"/>
                </a:solidFill>
                <a:effectLst>
                  <a:outerShdw blurRad="50800" dist="50800" dir="5400000" sx="101000" sy="101000" algn="t" rotWithShape="0">
                    <a:prstClr val="black">
                      <a:alpha val="40000"/>
                    </a:prstClr>
                  </a:outerShdw>
                </a:effectLst>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651A0C47-018D-4460-B945-BFF7981B6CA6}" type="datetimeFigureOut">
              <a:rPr lang="en-US" smtClean="0"/>
              <a:t>8/1/11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1F5A0A-F6FC-4FFD-9B49-0DA8697211D9}"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62800" y="533400"/>
            <a:ext cx="1600200" cy="5592763"/>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685800" y="533400"/>
            <a:ext cx="6019800" cy="5592763"/>
          </a:xfrm>
        </p:spPr>
        <p:txBody>
          <a:bodyPr vert="eaVert"/>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651A0C47-018D-4460-B945-BFF7981B6CA6}" type="datetimeFigureOut">
              <a:rPr lang="en-US" smtClean="0"/>
              <a:t>8/1/11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1F5A0A-F6FC-4FFD-9B49-0DA8697211D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image" Target="../media/image3.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0" y="121023"/>
            <a:ext cx="7770813" cy="1429871"/>
          </a:xfrm>
          <a:prstGeom prst="rect">
            <a:avLst/>
          </a:prstGeom>
        </p:spPr>
        <p:txBody>
          <a:bodyPr vert="horz" lIns="91440" tIns="45720" rIns="91440" bIns="45720" rtlCol="0" anchor="ctr" anchorCtr="0">
            <a:normAutofit/>
          </a:bodyPr>
          <a:lstStyle/>
          <a:p>
            <a:r>
              <a:rPr lang="en-US" smtClean="0"/>
              <a:t>Click to edit Master title style</a:t>
            </a:r>
            <a:endParaRPr/>
          </a:p>
        </p:txBody>
      </p:sp>
      <p:sp>
        <p:nvSpPr>
          <p:cNvPr id="3" name="Text Placeholder 2"/>
          <p:cNvSpPr>
            <a:spLocks noGrp="1"/>
          </p:cNvSpPr>
          <p:nvPr>
            <p:ph type="body" idx="1"/>
          </p:nvPr>
        </p:nvSpPr>
        <p:spPr>
          <a:xfrm>
            <a:off x="685800" y="1752600"/>
            <a:ext cx="7770813" cy="4373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2"/>
          </p:nvPr>
        </p:nvSpPr>
        <p:spPr>
          <a:xfrm>
            <a:off x="6620435" y="6356350"/>
            <a:ext cx="2133600" cy="365125"/>
          </a:xfrm>
          <a:prstGeom prst="rect">
            <a:avLst/>
          </a:prstGeom>
        </p:spPr>
        <p:txBody>
          <a:bodyPr vert="horz" lIns="91440" tIns="45720" rIns="91440" bIns="45720" rtlCol="0" anchor="ctr"/>
          <a:lstStyle>
            <a:lvl1pPr algn="r">
              <a:defRPr sz="1200">
                <a:solidFill>
                  <a:schemeClr val="tx1">
                    <a:tint val="75000"/>
                  </a:schemeClr>
                </a:solidFill>
                <a:effectLst>
                  <a:outerShdw blurRad="50800" dist="38100" dir="5400000" sx="101000" sy="101000" algn="t" rotWithShape="0">
                    <a:prstClr val="black">
                      <a:alpha val="40000"/>
                    </a:prstClr>
                  </a:outerShdw>
                </a:effectLst>
              </a:defRPr>
            </a:lvl1pPr>
          </a:lstStyle>
          <a:p>
            <a:fld id="{651A0C47-018D-4460-B945-BFF7981B6CA6}" type="datetimeFigureOut">
              <a:rPr lang="en-US" smtClean="0"/>
              <a:t>8/1/11</a:t>
            </a:fld>
            <a:endParaRPr lang="en-US"/>
          </a:p>
        </p:txBody>
      </p:sp>
      <p:sp>
        <p:nvSpPr>
          <p:cNvPr id="5" name="Footer Placeholder 4"/>
          <p:cNvSpPr>
            <a:spLocks noGrp="1"/>
          </p:cNvSpPr>
          <p:nvPr>
            <p:ph type="ftr" sz="quarter" idx="3"/>
          </p:nvPr>
        </p:nvSpPr>
        <p:spPr>
          <a:xfrm>
            <a:off x="354105" y="6356350"/>
            <a:ext cx="2895600" cy="365125"/>
          </a:xfrm>
          <a:prstGeom prst="rect">
            <a:avLst/>
          </a:prstGeom>
        </p:spPr>
        <p:txBody>
          <a:bodyPr vert="horz" lIns="91440" tIns="45720" rIns="91440" bIns="45720" rtlCol="0" anchor="ctr"/>
          <a:lstStyle>
            <a:lvl1pPr algn="l">
              <a:defRPr sz="1200">
                <a:solidFill>
                  <a:schemeClr val="tx1">
                    <a:tint val="75000"/>
                  </a:schemeClr>
                </a:solidFill>
                <a:effectLst>
                  <a:outerShdw blurRad="50800" dist="38100" dir="5400000" sx="101000" sy="101000" algn="t" rotWithShape="0">
                    <a:prstClr val="black">
                      <a:alpha val="40000"/>
                    </a:prstClr>
                  </a:outerShdw>
                </a:effectLst>
              </a:defRPr>
            </a:lvl1pPr>
          </a:lstStyle>
          <a:p>
            <a:endParaRPr lang="en-US"/>
          </a:p>
        </p:txBody>
      </p:sp>
      <p:sp>
        <p:nvSpPr>
          <p:cNvPr id="6" name="Slide Number Placeholder 5"/>
          <p:cNvSpPr>
            <a:spLocks noGrp="1"/>
          </p:cNvSpPr>
          <p:nvPr>
            <p:ph type="sldNum" sz="quarter" idx="4"/>
          </p:nvPr>
        </p:nvSpPr>
        <p:spPr>
          <a:xfrm>
            <a:off x="4229100" y="6356350"/>
            <a:ext cx="685800" cy="365125"/>
          </a:xfrm>
          <a:prstGeom prst="rect">
            <a:avLst/>
          </a:prstGeom>
        </p:spPr>
        <p:txBody>
          <a:bodyPr vert="horz" lIns="91440" tIns="45720" rIns="91440" bIns="45720" rtlCol="0" anchor="ctr"/>
          <a:lstStyle>
            <a:lvl1pPr algn="ctr">
              <a:defRPr sz="1200">
                <a:solidFill>
                  <a:schemeClr val="tx1">
                    <a:tint val="75000"/>
                  </a:schemeClr>
                </a:solidFill>
                <a:effectLst>
                  <a:outerShdw blurRad="50800" dist="38100" dir="5400000" sx="101000" sy="101000" algn="t" rotWithShape="0">
                    <a:prstClr val="black">
                      <a:alpha val="40000"/>
                    </a:prstClr>
                  </a:outerShdw>
                </a:effectLst>
              </a:defRPr>
            </a:lvl1pPr>
          </a:lstStyle>
          <a:p>
            <a:fld id="{9C1F5A0A-F6FC-4FFD-9B49-0DA8697211D9}"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ctr" defTabSz="914400" rtl="0" eaLnBrk="1" latinLnBrk="0" hangingPunct="1">
        <a:spcBef>
          <a:spcPct val="0"/>
        </a:spcBef>
        <a:buNone/>
        <a:defRPr sz="4800" kern="1200">
          <a:solidFill>
            <a:schemeClr val="tx1"/>
          </a:solidFill>
          <a:effectLst>
            <a:outerShdw blurRad="50800" dist="50800" dir="5400000" sx="101000" sy="101000" algn="t" rotWithShape="0">
              <a:prstClr val="black">
                <a:alpha val="40000"/>
              </a:prstClr>
            </a:outerShdw>
          </a:effectLst>
          <a:latin typeface="+mj-lt"/>
          <a:ea typeface="+mj-ea"/>
          <a:cs typeface="+mj-cs"/>
        </a:defRPr>
      </a:lvl1pPr>
    </p:titleStyle>
    <p:bodyStyle>
      <a:lvl1pPr marL="342900" indent="-342900" algn="l" defTabSz="914400" rtl="0" eaLnBrk="1" latinLnBrk="0" hangingPunct="1">
        <a:spcBef>
          <a:spcPts val="2000"/>
        </a:spcBef>
        <a:buFontTx/>
        <a:buBlip>
          <a:blip r:embed="rId16"/>
        </a:buBlip>
        <a:defRPr sz="2200" kern="1200">
          <a:solidFill>
            <a:schemeClr val="tx1"/>
          </a:solidFill>
          <a:effectLst>
            <a:outerShdw blurRad="50800" dist="50800" dir="5400000" sx="101000" sy="101000" algn="t" rotWithShape="0">
              <a:prstClr val="black">
                <a:alpha val="40000"/>
              </a:prstClr>
            </a:outerShdw>
          </a:effectLst>
          <a:latin typeface="+mn-lt"/>
          <a:ea typeface="+mn-ea"/>
          <a:cs typeface="+mn-cs"/>
        </a:defRPr>
      </a:lvl1pPr>
      <a:lvl2pPr marL="685800" indent="-336550" algn="l" defTabSz="914400" rtl="0" eaLnBrk="1" latinLnBrk="0" hangingPunct="1">
        <a:spcBef>
          <a:spcPts val="600"/>
        </a:spcBef>
        <a:buFontTx/>
        <a:buBlip>
          <a:blip r:embed="rId16"/>
        </a:buBlip>
        <a:defRPr sz="2000" kern="1200">
          <a:solidFill>
            <a:schemeClr val="tx1"/>
          </a:solidFill>
          <a:effectLst>
            <a:outerShdw blurRad="50800" dist="50800" dir="5400000" sx="101000" sy="101000" algn="t" rotWithShape="0">
              <a:prstClr val="black">
                <a:alpha val="40000"/>
              </a:prstClr>
            </a:outerShdw>
          </a:effectLst>
          <a:latin typeface="+mn-lt"/>
          <a:ea typeface="+mn-ea"/>
          <a:cs typeface="+mn-cs"/>
        </a:defRPr>
      </a:lvl2pPr>
      <a:lvl3pPr marL="1035050" indent="-349250" algn="l" defTabSz="914400" rtl="0" eaLnBrk="1" latinLnBrk="0" hangingPunct="1">
        <a:spcBef>
          <a:spcPts val="600"/>
        </a:spcBef>
        <a:buFontTx/>
        <a:buBlip>
          <a:blip r:embed="rId16"/>
        </a:buBlip>
        <a:defRPr sz="1800" kern="1200">
          <a:solidFill>
            <a:schemeClr val="tx1"/>
          </a:solidFill>
          <a:effectLst>
            <a:outerShdw blurRad="50800" dist="50800" dir="5400000" sx="101000" sy="101000" algn="t" rotWithShape="0">
              <a:prstClr val="black">
                <a:alpha val="40000"/>
              </a:prstClr>
            </a:outerShdw>
          </a:effectLst>
          <a:latin typeface="+mn-lt"/>
          <a:ea typeface="+mn-ea"/>
          <a:cs typeface="+mn-cs"/>
        </a:defRPr>
      </a:lvl3pPr>
      <a:lvl4pPr marL="1371600" indent="-336550" algn="l" defTabSz="914400" rtl="0" eaLnBrk="1" latinLnBrk="0" hangingPunct="1">
        <a:spcBef>
          <a:spcPts val="600"/>
        </a:spcBef>
        <a:buFontTx/>
        <a:buBlip>
          <a:blip r:embed="rId16"/>
        </a:buBlip>
        <a:defRPr sz="1800" kern="1200">
          <a:solidFill>
            <a:schemeClr val="tx1"/>
          </a:solidFill>
          <a:effectLst>
            <a:outerShdw blurRad="50800" dist="50800" dir="5400000" sx="101000" sy="101000" algn="t" rotWithShape="0">
              <a:prstClr val="black">
                <a:alpha val="40000"/>
              </a:prstClr>
            </a:outerShdw>
          </a:effectLst>
          <a:latin typeface="+mn-lt"/>
          <a:ea typeface="+mn-ea"/>
          <a:cs typeface="+mn-cs"/>
        </a:defRPr>
      </a:lvl4pPr>
      <a:lvl5pPr marL="1720850" indent="-349250" algn="l" defTabSz="914400" rtl="0" eaLnBrk="1" latinLnBrk="0" hangingPunct="1">
        <a:spcBef>
          <a:spcPts val="600"/>
        </a:spcBef>
        <a:buFontTx/>
        <a:buBlip>
          <a:blip r:embed="rId16"/>
        </a:buBlip>
        <a:defRPr sz="1800" kern="1200">
          <a:solidFill>
            <a:schemeClr val="tx1"/>
          </a:solidFill>
          <a:effectLst>
            <a:outerShdw blurRad="50800" dist="50800" dir="5400000" sx="101000" sy="101000" algn="t" rotWithShape="0">
              <a:prstClr val="black">
                <a:alpha val="40000"/>
              </a:prstClr>
            </a:outerShdw>
          </a:effectLst>
          <a:latin typeface="+mn-lt"/>
          <a:ea typeface="+mn-ea"/>
          <a:cs typeface="+mn-cs"/>
        </a:defRPr>
      </a:lvl5pPr>
      <a:lvl6pPr marL="2055813" indent="-336550" algn="l" defTabSz="914400" rtl="0" eaLnBrk="1" latinLnBrk="0" hangingPunct="1">
        <a:spcBef>
          <a:spcPct val="20000"/>
        </a:spcBef>
        <a:buFontTx/>
        <a:buBlip>
          <a:blip r:embed="rId16"/>
        </a:buBlip>
        <a:defRPr lang="en-US" sz="1800" kern="1200" dirty="0" smtClean="0">
          <a:solidFill>
            <a:schemeClr val="tx1"/>
          </a:solidFill>
          <a:effectLst>
            <a:outerShdw blurRad="50800" dist="50800" dir="5400000" sx="101000" sy="101000" algn="t" rotWithShape="0">
              <a:prstClr val="black">
                <a:alpha val="40000"/>
              </a:prstClr>
            </a:outerShdw>
          </a:effectLst>
          <a:latin typeface="+mn-lt"/>
          <a:ea typeface="+mn-ea"/>
          <a:cs typeface="+mn-cs"/>
        </a:defRPr>
      </a:lvl6pPr>
      <a:lvl7pPr marL="2398713" indent="-336550" algn="l" defTabSz="914400" rtl="0" eaLnBrk="1" latinLnBrk="0" hangingPunct="1">
        <a:spcBef>
          <a:spcPct val="20000"/>
        </a:spcBef>
        <a:buFontTx/>
        <a:buBlip>
          <a:blip r:embed="rId16"/>
        </a:buBlip>
        <a:defRPr lang="en-US" sz="1800" kern="1200" dirty="0" smtClean="0">
          <a:solidFill>
            <a:schemeClr val="tx1"/>
          </a:solidFill>
          <a:effectLst>
            <a:outerShdw blurRad="50800" dist="50800" dir="5400000" sx="101000" sy="101000" algn="t" rotWithShape="0">
              <a:prstClr val="black">
                <a:alpha val="40000"/>
              </a:prstClr>
            </a:outerShdw>
          </a:effectLst>
          <a:latin typeface="+mn-lt"/>
          <a:ea typeface="+mn-ea"/>
          <a:cs typeface="+mn-cs"/>
        </a:defRPr>
      </a:lvl7pPr>
      <a:lvl8pPr marL="2743200" indent="-336550" algn="l" defTabSz="914400" rtl="0" eaLnBrk="1" latinLnBrk="0" hangingPunct="1">
        <a:spcBef>
          <a:spcPct val="20000"/>
        </a:spcBef>
        <a:buFontTx/>
        <a:buBlip>
          <a:blip r:embed="rId16"/>
        </a:buBlip>
        <a:defRPr lang="en-US" sz="1800" kern="1200" dirty="0" smtClean="0">
          <a:solidFill>
            <a:schemeClr val="tx1"/>
          </a:solidFill>
          <a:effectLst>
            <a:outerShdw blurRad="50800" dist="50800" dir="5400000" sx="101000" sy="101000" algn="t" rotWithShape="0">
              <a:prstClr val="black">
                <a:alpha val="40000"/>
              </a:prstClr>
            </a:outerShdw>
          </a:effectLst>
          <a:latin typeface="+mn-lt"/>
          <a:ea typeface="+mn-ea"/>
          <a:cs typeface="+mn-cs"/>
        </a:defRPr>
      </a:lvl8pPr>
      <a:lvl9pPr marL="3087688" indent="-336550" algn="l" defTabSz="914400" rtl="0" eaLnBrk="1" latinLnBrk="0" hangingPunct="1">
        <a:spcBef>
          <a:spcPct val="20000"/>
        </a:spcBef>
        <a:buFontTx/>
        <a:buBlip>
          <a:blip r:embed="rId16"/>
        </a:buBlip>
        <a:defRPr lang="en-US" sz="1800" kern="1200" dirty="0">
          <a:solidFill>
            <a:schemeClr val="tx1"/>
          </a:solidFill>
          <a:effectLst>
            <a:outerShdw blurRad="50800" dist="50800" dir="5400000" sx="101000" sy="101000" algn="t" rotWithShape="0">
              <a:prstClr val="black">
                <a:alpha val="40000"/>
              </a:prstClr>
            </a:outerShdw>
          </a:effectLst>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chart" Target="../charts/char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chart" Target="../charts/char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jpeg"/><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4" Type="http://schemas.openxmlformats.org/officeDocument/2006/relationships/image" Target="../media/image14.png"/><Relationship Id="rId5" Type="http://schemas.microsoft.com/office/2007/relationships/hdphoto" Target="../media/hdphoto1.wdp"/><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5.gif"/><Relationship Id="rId4" Type="http://schemas.openxmlformats.org/officeDocument/2006/relationships/image" Target="../media/image15.jpeg"/><Relationship Id="rId5" Type="http://schemas.openxmlformats.org/officeDocument/2006/relationships/image" Target="../media/image7.png"/><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5.gif"/><Relationship Id="rId4" Type="http://schemas.openxmlformats.org/officeDocument/2006/relationships/image" Target="../media/image16.png"/><Relationship Id="rId5" Type="http://schemas.openxmlformats.org/officeDocument/2006/relationships/image" Target="../media/image7.png"/><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27539" y="2365248"/>
            <a:ext cx="8086969" cy="978408"/>
          </a:xfrm>
        </p:spPr>
        <p:txBody>
          <a:bodyPr/>
          <a:lstStyle/>
          <a:p>
            <a:r>
              <a:rPr lang="en-US" dirty="0" smtClean="0"/>
              <a:t>Of Lending and Licensing</a:t>
            </a:r>
            <a:endParaRPr lang="en-US" dirty="0"/>
          </a:p>
        </p:txBody>
      </p:sp>
      <p:sp>
        <p:nvSpPr>
          <p:cNvPr id="3" name="Subtitle 2"/>
          <p:cNvSpPr>
            <a:spLocks noGrp="1"/>
          </p:cNvSpPr>
          <p:nvPr>
            <p:ph type="subTitle" idx="1"/>
          </p:nvPr>
        </p:nvSpPr>
        <p:spPr>
          <a:xfrm>
            <a:off x="685800" y="5355492"/>
            <a:ext cx="7772400" cy="877824"/>
          </a:xfrm>
        </p:spPr>
        <p:txBody>
          <a:bodyPr>
            <a:noAutofit/>
          </a:bodyPr>
          <a:lstStyle/>
          <a:p>
            <a:pPr algn="l"/>
            <a:r>
              <a:rPr lang="en-US" sz="2800" dirty="0" err="1" smtClean="0"/>
              <a:t>Gerrit</a:t>
            </a:r>
            <a:r>
              <a:rPr lang="en-US" sz="2800" dirty="0" smtClean="0"/>
              <a:t> van </a:t>
            </a:r>
            <a:r>
              <a:rPr lang="en-US" sz="2800" dirty="0" err="1" smtClean="0"/>
              <a:t>Dyk</a:t>
            </a:r>
            <a:r>
              <a:rPr lang="en-US" sz="2800" dirty="0" smtClean="0"/>
              <a:t> </a:t>
            </a:r>
            <a:r>
              <a:rPr lang="en-US" sz="1400" dirty="0" smtClean="0"/>
              <a:t>(Interlibrary Loan)</a:t>
            </a:r>
          </a:p>
          <a:p>
            <a:pPr algn="l"/>
            <a:r>
              <a:rPr lang="en-US" sz="2800" dirty="0" smtClean="0"/>
              <a:t>Jared L. Howland </a:t>
            </a:r>
            <a:r>
              <a:rPr lang="en-US" sz="1400" dirty="0" smtClean="0"/>
              <a:t>(Licensing)</a:t>
            </a:r>
            <a:endParaRPr lang="en-US" sz="1400" dirty="0"/>
          </a:p>
        </p:txBody>
      </p:sp>
    </p:spTree>
    <p:extLst>
      <p:ext uri="{BB962C8B-B14F-4D97-AF65-F5344CB8AC3E}">
        <p14:creationId xmlns:p14="http://schemas.microsoft.com/office/powerpoint/2010/main" val="3115381753"/>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p:cNvGraphicFramePr/>
          <p:nvPr>
            <p:extLst>
              <p:ext uri="{D42A27DB-BD31-4B8C-83A1-F6EECF244321}">
                <p14:modId xmlns:p14="http://schemas.microsoft.com/office/powerpoint/2010/main" val="2830297445"/>
              </p:ext>
            </p:extLst>
          </p:nvPr>
        </p:nvGraphicFramePr>
        <p:xfrm>
          <a:off x="418744" y="658025"/>
          <a:ext cx="8323603" cy="5520583"/>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p:cNvSpPr txBox="1"/>
          <p:nvPr/>
        </p:nvSpPr>
        <p:spPr>
          <a:xfrm>
            <a:off x="333375" y="5943600"/>
            <a:ext cx="8496685" cy="646331"/>
          </a:xfrm>
          <a:prstGeom prst="rect">
            <a:avLst/>
          </a:prstGeom>
          <a:noFill/>
        </p:spPr>
        <p:txBody>
          <a:bodyPr wrap="none" rtlCol="0">
            <a:spAutoFit/>
          </a:bodyPr>
          <a:lstStyle/>
          <a:p>
            <a:r>
              <a:rPr lang="en-US" dirty="0" smtClean="0"/>
              <a:t>From “Chapter 8: Electronic Resources &amp; Interlibrary Loan” in </a:t>
            </a:r>
          </a:p>
          <a:p>
            <a:r>
              <a:rPr lang="en-US" i="1" dirty="0" smtClean="0"/>
              <a:t>Survey </a:t>
            </a:r>
            <a:r>
              <a:rPr lang="en-US" i="1" dirty="0"/>
              <a:t>of Database Licensing Practices</a:t>
            </a:r>
            <a:r>
              <a:rPr lang="en-US" dirty="0"/>
              <a:t>. New York, N.Y: Primary Research Group, 2011.</a:t>
            </a:r>
          </a:p>
        </p:txBody>
      </p:sp>
    </p:spTree>
    <p:extLst>
      <p:ext uri="{BB962C8B-B14F-4D97-AF65-F5344CB8AC3E}">
        <p14:creationId xmlns:p14="http://schemas.microsoft.com/office/powerpoint/2010/main" val="219520850"/>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p:cNvGraphicFramePr/>
          <p:nvPr>
            <p:extLst>
              <p:ext uri="{D42A27DB-BD31-4B8C-83A1-F6EECF244321}">
                <p14:modId xmlns:p14="http://schemas.microsoft.com/office/powerpoint/2010/main" val="4074886782"/>
              </p:ext>
            </p:extLst>
          </p:nvPr>
        </p:nvGraphicFramePr>
        <p:xfrm>
          <a:off x="466725" y="676275"/>
          <a:ext cx="8296275" cy="54864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p:cNvSpPr txBox="1"/>
          <p:nvPr/>
        </p:nvSpPr>
        <p:spPr>
          <a:xfrm>
            <a:off x="333375" y="5943600"/>
            <a:ext cx="8496685" cy="646331"/>
          </a:xfrm>
          <a:prstGeom prst="rect">
            <a:avLst/>
          </a:prstGeom>
          <a:noFill/>
        </p:spPr>
        <p:txBody>
          <a:bodyPr wrap="none" rtlCol="0">
            <a:spAutoFit/>
          </a:bodyPr>
          <a:lstStyle/>
          <a:p>
            <a:r>
              <a:rPr lang="en-US" dirty="0" smtClean="0"/>
              <a:t>From “Chapter 8: Electronic Resources &amp; Interlibrary Loan” in </a:t>
            </a:r>
          </a:p>
          <a:p>
            <a:r>
              <a:rPr lang="en-US" i="1" dirty="0" smtClean="0"/>
              <a:t>Survey </a:t>
            </a:r>
            <a:r>
              <a:rPr lang="en-US" i="1" dirty="0"/>
              <a:t>of Database Licensing Practices</a:t>
            </a:r>
            <a:r>
              <a:rPr lang="en-US" dirty="0"/>
              <a:t>. New York, N.Y: Primary Research Group, 2011.</a:t>
            </a:r>
          </a:p>
        </p:txBody>
      </p:sp>
    </p:spTree>
    <p:extLst>
      <p:ext uri="{BB962C8B-B14F-4D97-AF65-F5344CB8AC3E}">
        <p14:creationId xmlns:p14="http://schemas.microsoft.com/office/powerpoint/2010/main" val="285203377"/>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p:cNvGraphicFramePr/>
          <p:nvPr>
            <p:extLst>
              <p:ext uri="{D42A27DB-BD31-4B8C-83A1-F6EECF244321}">
                <p14:modId xmlns:p14="http://schemas.microsoft.com/office/powerpoint/2010/main" val="223486363"/>
              </p:ext>
            </p:extLst>
          </p:nvPr>
        </p:nvGraphicFramePr>
        <p:xfrm>
          <a:off x="438149" y="676275"/>
          <a:ext cx="8296275" cy="54864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562569475"/>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2437331120_8b87614c01_o.jpe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46050"/>
            <a:ext cx="9144000" cy="6457950"/>
          </a:xfrm>
          <a:prstGeom prst="rect">
            <a:avLst/>
          </a:prstGeom>
        </p:spPr>
      </p:pic>
    </p:spTree>
    <p:extLst>
      <p:ext uri="{BB962C8B-B14F-4D97-AF65-F5344CB8AC3E}">
        <p14:creationId xmlns:p14="http://schemas.microsoft.com/office/powerpoint/2010/main" val="239290811"/>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home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0" y="0"/>
            <a:ext cx="9144000" cy="6828836"/>
          </a:xfrm>
          <a:prstGeom prst="rect">
            <a:avLst/>
          </a:prstGeom>
        </p:spPr>
      </p:pic>
    </p:spTree>
    <p:extLst>
      <p:ext uri="{BB962C8B-B14F-4D97-AF65-F5344CB8AC3E}">
        <p14:creationId xmlns:p14="http://schemas.microsoft.com/office/powerpoint/2010/main" val="539192514"/>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671183"/>
            <a:ext cx="7770813" cy="1429871"/>
          </a:xfrm>
        </p:spPr>
        <p:txBody>
          <a:bodyPr>
            <a:normAutofit fontScale="90000"/>
          </a:bodyPr>
          <a:lstStyle/>
          <a:p>
            <a:r>
              <a:rPr lang="en-US" dirty="0"/>
              <a:t>http://</a:t>
            </a:r>
            <a:r>
              <a:rPr lang="en-US" dirty="0" err="1"/>
              <a:t>link.jaredhowland.com</a:t>
            </a:r>
            <a:r>
              <a:rPr lang="en-US" dirty="0"/>
              <a:t>/</a:t>
            </a:r>
            <a:r>
              <a:rPr lang="en-US" dirty="0" err="1"/>
              <a:t>licensing_language</a:t>
            </a:r>
            <a:endParaRPr lang="en-US" dirty="0"/>
          </a:p>
        </p:txBody>
      </p:sp>
    </p:spTree>
    <p:extLst>
      <p:ext uri="{BB962C8B-B14F-4D97-AF65-F5344CB8AC3E}">
        <p14:creationId xmlns:p14="http://schemas.microsoft.com/office/powerpoint/2010/main" val="1962370499"/>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microsoft-access-validation.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2800" y="0"/>
            <a:ext cx="3251200" cy="3251200"/>
          </a:xfrm>
          <a:prstGeom prst="rect">
            <a:avLst/>
          </a:prstGeom>
        </p:spPr>
      </p:pic>
      <p:pic>
        <p:nvPicPr>
          <p:cNvPr id="12" name="Picture 11" descr="Microsoft-Excel-2007-Logo.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1940" y="0"/>
            <a:ext cx="3175000" cy="3175000"/>
          </a:xfrm>
          <a:prstGeom prst="rect">
            <a:avLst/>
          </a:prstGeom>
        </p:spPr>
      </p:pic>
      <p:pic>
        <p:nvPicPr>
          <p:cNvPr id="15" name="Picture 14" descr="library_card_catalog.jpe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34690" y="3343275"/>
            <a:ext cx="2857500" cy="2143125"/>
          </a:xfrm>
          <a:prstGeom prst="rect">
            <a:avLst/>
          </a:prstGeom>
        </p:spPr>
      </p:pic>
    </p:spTree>
    <p:extLst>
      <p:ext uri="{BB962C8B-B14F-4D97-AF65-F5344CB8AC3E}">
        <p14:creationId xmlns:p14="http://schemas.microsoft.com/office/powerpoint/2010/main" val="3138956777"/>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47650" y="325755"/>
            <a:ext cx="4267200" cy="60274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869180" y="693420"/>
            <a:ext cx="3977640" cy="646331"/>
          </a:xfrm>
          <a:prstGeom prst="rect">
            <a:avLst/>
          </a:prstGeom>
          <a:noFill/>
        </p:spPr>
        <p:txBody>
          <a:bodyPr wrap="square" rtlCol="0">
            <a:spAutoFit/>
          </a:bodyPr>
          <a:lstStyle/>
          <a:p>
            <a:r>
              <a:rPr lang="en-US" sz="3600" dirty="0" smtClean="0"/>
              <a:t>“Riddle me this…”</a:t>
            </a:r>
            <a:endParaRPr lang="en-US" sz="3600" dirty="0"/>
          </a:p>
        </p:txBody>
      </p:sp>
    </p:spTree>
    <p:extLst>
      <p:ext uri="{BB962C8B-B14F-4D97-AF65-F5344CB8AC3E}">
        <p14:creationId xmlns:p14="http://schemas.microsoft.com/office/powerpoint/2010/main" val="2920377855"/>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995094"/>
            <a:ext cx="935384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3600" b="0" i="0" u="none" strike="noStrike" cap="none" normalizeH="0" baseline="0" dirty="0" smtClean="0">
                <a:ln>
                  <a:noFill/>
                </a:ln>
                <a:solidFill>
                  <a:schemeClr val="tx1"/>
                </a:solidFill>
                <a:effectLst/>
                <a:latin typeface="Arial Unicode MS" pitchFamily="34" charset="-128"/>
                <a:cs typeface="Arial" pitchFamily="34" charset="0"/>
              </a:rPr>
              <a:t>008 8312254p####6###3###baeng0831017</a:t>
            </a:r>
            <a:r>
              <a:rPr kumimoji="0" lang="en-US" sz="2000" b="0" i="0" u="none" strike="noStrike" cap="none" normalizeH="0" baseline="0" dirty="0" smtClean="0">
                <a:ln>
                  <a:noFill/>
                </a:ln>
                <a:solidFill>
                  <a:schemeClr val="tx1"/>
                </a:solidFill>
                <a:effectLst/>
                <a:latin typeface="Arial" pitchFamily="34" charset="0"/>
                <a:cs typeface="Arial" pitchFamily="34" charset="0"/>
              </a:rPr>
              <a:t> </a:t>
            </a:r>
            <a:endParaRPr kumimoji="0" lang="en-US" sz="6600" b="0" i="0" u="none" strike="noStrike" cap="none" normalizeH="0" baseline="0" dirty="0" smtClean="0">
              <a:ln>
                <a:noFill/>
              </a:ln>
              <a:solidFill>
                <a:schemeClr val="tx1"/>
              </a:solidFill>
              <a:effectLst/>
              <a:latin typeface="Arial" pitchFamily="34" charset="0"/>
              <a:cs typeface="Arial" pitchFamily="34" charset="0"/>
            </a:endParaRPr>
          </a:p>
        </p:txBody>
      </p:sp>
      <p:sp>
        <p:nvSpPr>
          <p:cNvPr id="4" name="Down Arrow 3"/>
          <p:cNvSpPr/>
          <p:nvPr/>
        </p:nvSpPr>
        <p:spPr>
          <a:xfrm>
            <a:off x="5855970" y="190500"/>
            <a:ext cx="525780" cy="964617"/>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p:cNvSpPr txBox="1"/>
          <p:nvPr/>
        </p:nvSpPr>
        <p:spPr>
          <a:xfrm>
            <a:off x="914400" y="1866900"/>
            <a:ext cx="5951220" cy="2246769"/>
          </a:xfrm>
          <a:prstGeom prst="rect">
            <a:avLst/>
          </a:prstGeom>
          <a:noFill/>
        </p:spPr>
        <p:txBody>
          <a:bodyPr wrap="square" rtlCol="0">
            <a:spAutoFit/>
          </a:bodyPr>
          <a:lstStyle/>
          <a:p>
            <a:r>
              <a:rPr lang="en-US" sz="2800" dirty="0" smtClean="0"/>
              <a:t>a	Will Lend</a:t>
            </a:r>
          </a:p>
          <a:p>
            <a:r>
              <a:rPr lang="en-US" sz="2800" dirty="0" smtClean="0"/>
              <a:t>b	Will Not Lend</a:t>
            </a:r>
          </a:p>
          <a:p>
            <a:r>
              <a:rPr lang="en-US" sz="2800" dirty="0" smtClean="0"/>
              <a:t>c	Will Lend Hard Copy Only</a:t>
            </a:r>
          </a:p>
          <a:p>
            <a:r>
              <a:rPr lang="en-US" sz="2800" dirty="0" smtClean="0"/>
              <a:t>l	Limited Lending Policy</a:t>
            </a:r>
          </a:p>
          <a:p>
            <a:r>
              <a:rPr lang="en-US" sz="2800" dirty="0" smtClean="0"/>
              <a:t>u	Unknown</a:t>
            </a:r>
            <a:endParaRPr lang="en-US" sz="2800" dirty="0"/>
          </a:p>
        </p:txBody>
      </p:sp>
      <p:sp>
        <p:nvSpPr>
          <p:cNvPr id="6" name="Rectangle 5"/>
          <p:cNvSpPr/>
          <p:nvPr/>
        </p:nvSpPr>
        <p:spPr>
          <a:xfrm>
            <a:off x="914400" y="5247055"/>
            <a:ext cx="6408420" cy="369332"/>
          </a:xfrm>
          <a:prstGeom prst="rect">
            <a:avLst/>
          </a:prstGeom>
        </p:spPr>
        <p:txBody>
          <a:bodyPr wrap="square">
            <a:spAutoFit/>
          </a:bodyPr>
          <a:lstStyle/>
          <a:p>
            <a:r>
              <a:rPr lang="en-US" dirty="0"/>
              <a:t>http://www.loc.gov/marc/umh/UMHpt7-9.html</a:t>
            </a:r>
          </a:p>
        </p:txBody>
      </p:sp>
    </p:spTree>
    <p:extLst>
      <p:ext uri="{BB962C8B-B14F-4D97-AF65-F5344CB8AC3E}">
        <p14:creationId xmlns:p14="http://schemas.microsoft.com/office/powerpoint/2010/main" val="79691216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3" cstate="email">
            <a:extLst>
              <a:ext uri="{28A0092B-C50C-407E-A947-70E740481C1C}">
                <a14:useLocalDpi xmlns:a14="http://schemas.microsoft.com/office/drawing/2010/main" val="0"/>
              </a:ext>
            </a:extLst>
          </a:blip>
          <a:srcRect l="1" t="5523" r="42857" b="29905"/>
          <a:stretch/>
        </p:blipFill>
        <p:spPr bwMode="auto">
          <a:xfrm>
            <a:off x="76199" y="219073"/>
            <a:ext cx="8860779" cy="6257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181100" y="3529011"/>
            <a:ext cx="476250" cy="307181"/>
          </a:xfrm>
          <a:prstGeom prst="rect">
            <a:avLst/>
          </a:prstGeom>
          <a:noFill/>
          <a:ln w="38100"/>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4" name="Rectangle 3"/>
          <p:cNvSpPr/>
          <p:nvPr/>
        </p:nvSpPr>
        <p:spPr>
          <a:xfrm>
            <a:off x="2724150" y="3671091"/>
            <a:ext cx="476250" cy="330201"/>
          </a:xfrm>
          <a:prstGeom prst="rect">
            <a:avLst/>
          </a:prstGeom>
          <a:noFill/>
          <a:ln w="38100"/>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5" name="Rectangle 4"/>
          <p:cNvSpPr/>
          <p:nvPr/>
        </p:nvSpPr>
        <p:spPr>
          <a:xfrm>
            <a:off x="4268463" y="3324224"/>
            <a:ext cx="476250" cy="358377"/>
          </a:xfrm>
          <a:prstGeom prst="rect">
            <a:avLst/>
          </a:prstGeom>
          <a:noFill/>
          <a:ln w="38100"/>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4092282"/>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rotWithShape="1">
          <a:blip r:embed="rId3" cstate="email">
            <a:extLst>
              <a:ext uri="{28A0092B-C50C-407E-A947-70E740481C1C}">
                <a14:useLocalDpi xmlns:a14="http://schemas.microsoft.com/office/drawing/2010/main" val="0"/>
              </a:ext>
            </a:extLst>
          </a:blip>
          <a:srcRect l="35358" t="13199" r="5372" b="14289"/>
          <a:stretch/>
        </p:blipFill>
        <p:spPr bwMode="auto">
          <a:xfrm>
            <a:off x="362777" y="190885"/>
            <a:ext cx="8318644" cy="63608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531082" y="5933883"/>
            <a:ext cx="8053519" cy="617898"/>
          </a:xfrm>
          <a:prstGeom prst="rect">
            <a:avLst/>
          </a:prstGeom>
          <a:noFill/>
          <a:ln w="38100"/>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2" name="Rectangle 1"/>
          <p:cNvSpPr/>
          <p:nvPr/>
        </p:nvSpPr>
        <p:spPr>
          <a:xfrm>
            <a:off x="531083" y="1619250"/>
            <a:ext cx="8150337" cy="196850"/>
          </a:xfrm>
          <a:prstGeom prst="rect">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42606792"/>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rotWithShape="1">
          <a:blip r:embed="rId3" cstate="email">
            <a:extLst>
              <a:ext uri="{28A0092B-C50C-407E-A947-70E740481C1C}">
                <a14:useLocalDpi xmlns:a14="http://schemas.microsoft.com/office/drawing/2010/main" val="0"/>
              </a:ext>
            </a:extLst>
          </a:blip>
          <a:srcRect l="36964" t="13744" r="3215" b="11715"/>
          <a:stretch/>
        </p:blipFill>
        <p:spPr bwMode="auto">
          <a:xfrm>
            <a:off x="431007" y="257175"/>
            <a:ext cx="8182181" cy="6372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431007" y="4103268"/>
            <a:ext cx="8053519" cy="617898"/>
          </a:xfrm>
          <a:prstGeom prst="rect">
            <a:avLst/>
          </a:prstGeom>
          <a:noFill/>
          <a:ln w="38100"/>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3353694"/>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268999" y="1671637"/>
            <a:ext cx="4537999" cy="3514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cstate="email">
            <a:extLst>
              <a:ext uri="{BEBA8EAE-BF5A-486C-A8C5-ECC9F3942E4B}">
                <a14:imgProps xmlns:a14="http://schemas.microsoft.com/office/drawing/2010/main">
                  <a14:imgLayer r:embed="rId5">
                    <a14:imgEffect>
                      <a14:backgroundRemoval t="5578" b="96080" l="1307" r="95980"/>
                    </a14:imgEffect>
                  </a14:imgLayer>
                </a14:imgProps>
              </a:ext>
              <a:ext uri="{28A0092B-C50C-407E-A947-70E740481C1C}">
                <a14:useLocalDpi xmlns:a14="http://schemas.microsoft.com/office/drawing/2010/main" val="0"/>
              </a:ext>
            </a:extLst>
          </a:blip>
          <a:srcRect/>
          <a:stretch>
            <a:fillRect/>
          </a:stretch>
        </p:blipFill>
        <p:spPr bwMode="auto">
          <a:xfrm flipH="1">
            <a:off x="1367571" y="224571"/>
            <a:ext cx="6408858" cy="6408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0170380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animEffect transition="in" filter="fade">
                                      <p:cBhvr>
                                        <p:cTn id="7" dur="250"/>
                                        <p:tgtEl>
                                          <p:spTgt spid="2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omer.gif"/>
          <p:cNvPicPr>
            <a:picLocks noChangeAspect="1"/>
          </p:cNvPicPr>
          <p:nvPr/>
        </p:nvPicPr>
        <p:blipFill rotWithShape="1">
          <a:blip r:embed="rId3" cstate="email">
            <a:extLst>
              <a:ext uri="{28A0092B-C50C-407E-A947-70E740481C1C}">
                <a14:useLocalDpi xmlns:a14="http://schemas.microsoft.com/office/drawing/2010/main" val="0"/>
              </a:ext>
            </a:extLst>
          </a:blip>
          <a:srcRect l="19048"/>
          <a:stretch/>
        </p:blipFill>
        <p:spPr>
          <a:xfrm>
            <a:off x="145143" y="214683"/>
            <a:ext cx="3323771" cy="3066279"/>
          </a:xfrm>
          <a:prstGeom prst="rect">
            <a:avLst/>
          </a:prstGeom>
        </p:spPr>
      </p:pic>
      <p:pic>
        <p:nvPicPr>
          <p:cNvPr id="4" name="Picture 3"/>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5312229" y="2219505"/>
            <a:ext cx="3018972" cy="4264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descr="Microsoft-Excel-2007-Logo.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05793" y="1723031"/>
            <a:ext cx="3175000" cy="3175000"/>
          </a:xfrm>
          <a:prstGeom prst="rect">
            <a:avLst/>
          </a:prstGeom>
        </p:spPr>
      </p:pic>
    </p:spTree>
    <p:extLst>
      <p:ext uri="{BB962C8B-B14F-4D97-AF65-F5344CB8AC3E}">
        <p14:creationId xmlns:p14="http://schemas.microsoft.com/office/powerpoint/2010/main" val="3980539487"/>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2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omer.gif"/>
          <p:cNvPicPr>
            <a:picLocks noChangeAspect="1"/>
          </p:cNvPicPr>
          <p:nvPr/>
        </p:nvPicPr>
        <p:blipFill rotWithShape="1">
          <a:blip r:embed="rId3" cstate="email">
            <a:duotone>
              <a:prstClr val="black"/>
              <a:schemeClr val="bg2">
                <a:lumMod val="90000"/>
                <a:lumOff val="10000"/>
                <a:tint val="45000"/>
                <a:satMod val="400000"/>
              </a:schemeClr>
            </a:duotone>
            <a:extLst>
              <a:ext uri="{28A0092B-C50C-407E-A947-70E740481C1C}">
                <a14:useLocalDpi xmlns:a14="http://schemas.microsoft.com/office/drawing/2010/main" val="0"/>
              </a:ext>
            </a:extLst>
          </a:blip>
          <a:srcRect l="19048"/>
          <a:stretch/>
        </p:blipFill>
        <p:spPr>
          <a:xfrm>
            <a:off x="145143" y="551925"/>
            <a:ext cx="3323771" cy="3066279"/>
          </a:xfrm>
          <a:prstGeom prst="rect">
            <a:avLst/>
          </a:prstGeom>
        </p:spPr>
      </p:pic>
      <p:pic>
        <p:nvPicPr>
          <p:cNvPr id="4" name="Picture 3"/>
          <p:cNvPicPr>
            <a:picLocks noChangeAspect="1" noChangeArrowheads="1"/>
          </p:cNvPicPr>
          <p:nvPr/>
        </p:nvPicPr>
        <p:blipFill>
          <a:blip r:embed="rId4" cstate="email">
            <a:duotone>
              <a:prstClr val="black"/>
              <a:schemeClr val="bg2">
                <a:lumMod val="90000"/>
                <a:lumOff val="10000"/>
                <a:tint val="45000"/>
                <a:satMod val="400000"/>
              </a:schemeClr>
            </a:duotone>
            <a:extLst>
              <a:ext uri="{28A0092B-C50C-407E-A947-70E740481C1C}">
                <a14:useLocalDpi xmlns:a14="http://schemas.microsoft.com/office/drawing/2010/main" val="0"/>
              </a:ext>
            </a:extLst>
          </a:blip>
          <a:srcRect/>
          <a:stretch>
            <a:fillRect/>
          </a:stretch>
        </p:blipFill>
        <p:spPr bwMode="auto">
          <a:xfrm>
            <a:off x="5312229" y="2219505"/>
            <a:ext cx="3018972" cy="4264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descr="Microsoft-Excel-2007-Logo.png"/>
          <p:cNvPicPr>
            <a:picLocks noChangeAspect="1"/>
          </p:cNvPicPr>
          <p:nvPr/>
        </p:nvPicPr>
        <p:blipFill>
          <a:blip r:embed="rId5">
            <a:duotone>
              <a:prstClr val="black"/>
              <a:schemeClr val="bg2">
                <a:lumMod val="90000"/>
                <a:lumOff val="10000"/>
                <a:tint val="45000"/>
                <a:satMod val="400000"/>
              </a:schemeClr>
            </a:duotone>
            <a:extLst>
              <a:ext uri="{28A0092B-C50C-407E-A947-70E740481C1C}">
                <a14:useLocalDpi xmlns:a14="http://schemas.microsoft.com/office/drawing/2010/main" val="0"/>
              </a:ext>
            </a:extLst>
          </a:blip>
          <a:stretch>
            <a:fillRect/>
          </a:stretch>
        </p:blipFill>
        <p:spPr>
          <a:xfrm>
            <a:off x="2805793" y="1723031"/>
            <a:ext cx="3175000" cy="3175000"/>
          </a:xfrm>
          <a:prstGeom prst="rect">
            <a:avLst/>
          </a:prstGeom>
        </p:spPr>
      </p:pic>
      <p:sp>
        <p:nvSpPr>
          <p:cNvPr id="5" name="TextBox 4"/>
          <p:cNvSpPr txBox="1"/>
          <p:nvPr/>
        </p:nvSpPr>
        <p:spPr>
          <a:xfrm>
            <a:off x="391885" y="5021943"/>
            <a:ext cx="8389257" cy="1323439"/>
          </a:xfrm>
          <a:prstGeom prst="rect">
            <a:avLst/>
          </a:prstGeom>
          <a:noFill/>
        </p:spPr>
        <p:txBody>
          <a:bodyPr wrap="square" rtlCol="0">
            <a:spAutoFit/>
          </a:bodyPr>
          <a:lstStyle/>
          <a:p>
            <a:r>
              <a:rPr lang="en-US" sz="4000" dirty="0" smtClean="0"/>
              <a:t>gerrit_vandyk@byu.edu</a:t>
            </a:r>
          </a:p>
          <a:p>
            <a:r>
              <a:rPr lang="en-US" sz="4000" dirty="0" smtClean="0"/>
              <a:t>jared_howland@byu.edu</a:t>
            </a:r>
            <a:endParaRPr lang="en-US" sz="4000" dirty="0"/>
          </a:p>
        </p:txBody>
      </p:sp>
    </p:spTree>
    <p:extLst>
      <p:ext uri="{BB962C8B-B14F-4D97-AF65-F5344CB8AC3E}">
        <p14:creationId xmlns:p14="http://schemas.microsoft.com/office/powerpoint/2010/main" val="2712781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xmlns:p14="http://schemas.microsoft.com/office/powerpoint/2010/mai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Story">
  <a:themeElements>
    <a:clrScheme name="Story">
      <a:dk1>
        <a:sysClr val="windowText" lastClr="000000"/>
      </a:dk1>
      <a:lt1>
        <a:sysClr val="window" lastClr="FFFFFF"/>
      </a:lt1>
      <a:dk2>
        <a:srgbClr val="212121"/>
      </a:dk2>
      <a:lt2>
        <a:srgbClr val="CDD4D7"/>
      </a:lt2>
      <a:accent1>
        <a:srgbClr val="1D86CD"/>
      </a:accent1>
      <a:accent2>
        <a:srgbClr val="732E9A"/>
      </a:accent2>
      <a:accent3>
        <a:srgbClr val="B50B1B"/>
      </a:accent3>
      <a:accent4>
        <a:srgbClr val="E8950E"/>
      </a:accent4>
      <a:accent5>
        <a:srgbClr val="55992B"/>
      </a:accent5>
      <a:accent6>
        <a:srgbClr val="2C9C89"/>
      </a:accent6>
      <a:hlink>
        <a:srgbClr val="EC4D4D"/>
      </a:hlink>
      <a:folHlink>
        <a:srgbClr val="F8CE8A"/>
      </a:folHlink>
    </a:clrScheme>
    <a:fontScheme name="Story">
      <a:majorFont>
        <a:latin typeface="Calisto MT"/>
        <a:ea typeface=""/>
        <a:cs typeface=""/>
        <a:font script="Jpan" typeface="ＭＳ Ｐ明朝"/>
        <a:font script="Hans" typeface="宋体"/>
        <a:font script="Hant" typeface="新細明體"/>
      </a:majorFont>
      <a:minorFont>
        <a:latin typeface="Calisto MT"/>
        <a:ea typeface=""/>
        <a:cs typeface=""/>
        <a:font script="Jpan" typeface="ＭＳ Ｐ明朝"/>
        <a:font script="Hans" typeface="宋体"/>
        <a:font script="Hant" typeface="新細明體"/>
      </a:minorFont>
    </a:fontScheme>
    <a:fmtScheme name="Story">
      <a:fillStyleLst>
        <a:solidFill>
          <a:schemeClr val="phClr"/>
        </a:solidFill>
        <a:blipFill rotWithShape="1">
          <a:blip xmlns:r="http://schemas.openxmlformats.org/officeDocument/2006/relationships" r:embed="rId1">
            <a:duotone>
              <a:schemeClr val="phClr">
                <a:shade val="10000"/>
                <a:satMod val="150000"/>
                <a:lumMod val="120000"/>
              </a:schemeClr>
              <a:schemeClr val="phClr">
                <a:satMod val="350000"/>
                <a:lumMod val="150000"/>
              </a:schemeClr>
            </a:duotone>
          </a:blip>
          <a:tile tx="0" ty="0" sx="20000" sy="20000" flip="none" algn="ctr"/>
        </a:blipFill>
        <a:gradFill rotWithShape="1">
          <a:gsLst>
            <a:gs pos="0">
              <a:schemeClr val="phClr">
                <a:shade val="20000"/>
                <a:satMod val="130000"/>
              </a:schemeClr>
            </a:gs>
            <a:gs pos="50000">
              <a:schemeClr val="phClr">
                <a:shade val="90000"/>
                <a:satMod val="130000"/>
              </a:schemeClr>
            </a:gs>
            <a:gs pos="100000">
              <a:schemeClr val="phClr">
                <a:shade val="100000"/>
                <a:satMod val="200000"/>
                <a:lumMod val="120000"/>
              </a:schemeClr>
            </a:gs>
          </a:gsLst>
          <a:lin ang="16200000" scaled="0"/>
        </a:gradFill>
      </a:fillStyleLst>
      <a:lnStyleLst>
        <a:ln w="6350" cap="flat" cmpd="sng" algn="ctr">
          <a:solidFill>
            <a:schemeClr val="phClr">
              <a:shade val="95000"/>
              <a:satMod val="105000"/>
            </a:schemeClr>
          </a:solidFill>
          <a:prstDash val="solid"/>
        </a:ln>
        <a:ln w="19050" cap="flat" cmpd="sng" algn="ctr">
          <a:solidFill>
            <a:schemeClr val="phClr"/>
          </a:solidFill>
          <a:prstDash val="solid"/>
        </a:ln>
        <a:ln w="34925" cap="flat" cmpd="sng" algn="ctr">
          <a:solidFill>
            <a:schemeClr val="phClr"/>
          </a:solidFill>
          <a:prstDash val="solid"/>
        </a:ln>
      </a:lnStyleLst>
      <a:effectStyleLst>
        <a:effectStyle>
          <a:effectLst/>
        </a:effectStyle>
        <a:effectStyle>
          <a:effectLst>
            <a:outerShdw blurRad="88900" dist="50800" dir="2100000" sx="104000" sy="104000" algn="br" rotWithShape="0">
              <a:srgbClr val="000000">
                <a:alpha val="55000"/>
              </a:srgbClr>
            </a:outerShdw>
          </a:effectLst>
        </a:effectStyle>
        <a:effectStyle>
          <a:effectLst>
            <a:outerShdw blurRad="127000" dist="63500" dir="5400000" sx="103000" sy="103000" rotWithShape="0">
              <a:srgbClr val="000000">
                <a:alpha val="75000"/>
              </a:srgbClr>
            </a:outerShdw>
          </a:effectLst>
          <a:scene3d>
            <a:camera prst="perspectiveFront" fov="3000000"/>
            <a:lightRig rig="balanced" dir="t">
              <a:rot lat="0" lon="0" rev="18000000"/>
            </a:lightRig>
          </a:scene3d>
          <a:sp3d prstMaterial="plastic">
            <a:bevelT w="254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2">
            <a:duotone>
              <a:schemeClr val="phClr">
                <a:shade val="10000"/>
                <a:satMod val="150000"/>
              </a:schemeClr>
              <a:schemeClr val="phClr">
                <a:tint val="60000"/>
                <a:satMod val="400000"/>
                <a:lumMod val="11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Story.thmx</Template>
  <TotalTime>444</TotalTime>
  <Words>887</Words>
  <Application>Microsoft Macintosh PowerPoint</Application>
  <PresentationFormat>On-screen Show (4:3)</PresentationFormat>
  <Paragraphs>75</Paragraphs>
  <Slides>16</Slides>
  <Notes>16</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Story</vt:lpstr>
      <vt:lpstr>Of Lending and Licensing</vt:lpstr>
      <vt:lpstr>PowerPoint Presentation</vt:lpstr>
      <vt:lpstr>PowerPoint Presentation</vt:lpstr>
      <vt:lpstr>PowerPoint Presentation</vt:lpstr>
      <vt:lpstr>PowerPoint Presentation</vt:lpstr>
      <vt:lpstr>PowerPoint Presentation</vt:lpstr>
      <vt:lpstr>http://link.jaredhowland.com/licensing_language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Brigham Young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Of Lending and Licensing</dc:title>
  <dc:creator>Jared Howland</dc:creator>
  <cp:lastModifiedBy>Jared Howland</cp:lastModifiedBy>
  <cp:revision>31</cp:revision>
  <dcterms:created xsi:type="dcterms:W3CDTF">2011-05-26T15:49:38Z</dcterms:created>
  <dcterms:modified xsi:type="dcterms:W3CDTF">2011-08-01T19:23:41Z</dcterms:modified>
</cp:coreProperties>
</file>